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0" r:id="rId4"/>
  </p:sldMasterIdLst>
  <p:notesMasterIdLst>
    <p:notesMasterId r:id="rId7"/>
  </p:notesMasterIdLst>
  <p:handoutMasterIdLst>
    <p:handoutMasterId r:id="rId8"/>
  </p:handoutMasterIdLst>
  <p:sldIdLst>
    <p:sldId id="258" r:id="rId5"/>
    <p:sldId id="264" r:id="rId6"/>
  </p:sldIdLst>
  <p:sldSz cx="12192000" cy="6858000"/>
  <p:notesSz cx="6858000" cy="9144000"/>
  <p:defaultTextStyle>
    <a:defPPr rtl="0"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5226" autoAdjust="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3E83E7-6DCE-4436-981A-E809C09B5F88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5E6EC551-1F12-4D85-8594-32D65A43EAA7}">
      <dgm:prSet custT="1"/>
      <dgm:spPr/>
      <dgm:t>
        <a:bodyPr rtlCol="0"/>
        <a:lstStyle/>
        <a:p>
          <a:pPr rtl="0"/>
          <a:r>
            <a:rPr lang="nb-NO" sz="1400" b="1" spc="150" noProof="0" dirty="0">
              <a:latin typeface="+mj-lt"/>
            </a:rPr>
            <a:t>Images</a:t>
          </a:r>
        </a:p>
      </dgm:t>
    </dgm:pt>
    <dgm:pt modelId="{2B800405-3484-48DE-A9FF-E863C37817FF}" type="parTrans" cxnId="{C98FC35B-B903-4469-B0EA-E53842383AE4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F86404D2-473F-41AC-B422-847F113BEE24}" type="sibTrans" cxnId="{C98FC35B-B903-4469-B0EA-E53842383AE4}">
      <dgm:prSet phldrT="1" phldr="0"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180FB335-92DE-43FD-9404-B687B879C8E5}">
      <dgm:prSet custT="1"/>
      <dgm:spPr/>
      <dgm:t>
        <a:bodyPr rtlCol="0"/>
        <a:lstStyle/>
        <a:p>
          <a:pPr rtl="0">
            <a:buFont typeface="Arial" panose="020B0604020202020204" pitchFamily="34" charset="0"/>
            <a:buChar char="•"/>
          </a:pPr>
          <a:r>
            <a:rPr lang="nb-NO" sz="900" spc="150" baseline="0" noProof="0" dirty="0"/>
            <a:t>Direct display:</a:t>
          </a:r>
          <a:br>
            <a:rPr lang="nb-NO" sz="900" spc="150" baseline="0" noProof="0" dirty="0"/>
          </a:br>
          <a:r>
            <a:rPr lang="nb-NO" sz="900" spc="150" baseline="0" noProof="0" dirty="0"/>
            <a:t> - PNG</a:t>
          </a:r>
          <a:br>
            <a:rPr lang="nb-NO" sz="900" spc="150" baseline="0" noProof="0" dirty="0"/>
          </a:br>
          <a:r>
            <a:rPr lang="nb-NO" sz="900" spc="150" baseline="0" noProof="0" dirty="0"/>
            <a:t> - JPG</a:t>
          </a:r>
          <a:br>
            <a:rPr lang="nb-NO" sz="900" spc="150" baseline="0" noProof="0" dirty="0"/>
          </a:br>
          <a:r>
            <a:rPr lang="nb-NO" sz="900" spc="150" baseline="0" noProof="0" dirty="0"/>
            <a:t> - JPEG</a:t>
          </a:r>
          <a:br>
            <a:rPr lang="nb-NO" sz="900" spc="150" baseline="0" noProof="0" dirty="0"/>
          </a:br>
          <a:r>
            <a:rPr lang="nb-NO" sz="900" spc="150" baseline="0" noProof="0" dirty="0"/>
            <a:t> - WEBP</a:t>
          </a:r>
          <a:br>
            <a:rPr lang="nb-NO" sz="900" spc="150" baseline="0" noProof="0" dirty="0"/>
          </a:br>
          <a:br>
            <a:rPr lang="nb-NO" sz="900" spc="150" baseline="0" noProof="0" dirty="0"/>
          </a:br>
          <a:r>
            <a:rPr lang="nb-NO" sz="900" spc="150" baseline="0" noProof="0" dirty="0"/>
            <a:t>Preprocessed:</a:t>
          </a:r>
          <a:br>
            <a:rPr lang="nb-NO" sz="900" spc="150" baseline="0" noProof="0" dirty="0"/>
          </a:br>
          <a:r>
            <a:rPr lang="nb-NO" sz="900" spc="150" baseline="0" noProof="0" dirty="0"/>
            <a:t> - HEIC</a:t>
          </a:r>
          <a:br>
            <a:rPr lang="nb-NO" sz="900" spc="150" baseline="0" noProof="0" dirty="0"/>
          </a:br>
          <a:r>
            <a:rPr lang="nb-NO" sz="900" spc="150" baseline="0" noProof="0" dirty="0"/>
            <a:t> - HEIF</a:t>
          </a:r>
        </a:p>
      </dgm:t>
    </dgm:pt>
    <dgm:pt modelId="{7F469C15-FEDB-428F-B97A-58612BDEC302}" type="parTrans" cxnId="{BCDC72D0-71DD-41FC-8AC9-59A8EEEBFE77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B64EE6F1-D3CE-4D7F-9442-375D57CE1EAD}" type="sibTrans" cxnId="{BCDC72D0-71DD-41FC-8AC9-59A8EEEBFE77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ADA2E621-790F-4BE3-8054-DAC0B573D63F}">
      <dgm:prSet custT="1"/>
      <dgm:spPr/>
      <dgm:t>
        <a:bodyPr rtlCol="0"/>
        <a:lstStyle/>
        <a:p>
          <a:pPr rtl="0"/>
          <a:r>
            <a:rPr lang="nb-NO" sz="1400" b="1" spc="150" noProof="0" dirty="0">
              <a:latin typeface="+mj-lt"/>
            </a:rPr>
            <a:t>Video</a:t>
          </a:r>
        </a:p>
      </dgm:t>
    </dgm:pt>
    <dgm:pt modelId="{66765958-1B52-4BED-8BB0-2F8A454626F1}" type="parTrans" cxnId="{38C7BDD1-A779-4BB9-86F8-97B03A25A4B2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665F693B-E732-4987-808F-10400DDB0FA6}" type="sibTrans" cxnId="{38C7BDD1-A779-4BB9-86F8-97B03A25A4B2}">
      <dgm:prSet phldrT="2" phldr="0"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ABF3A0A0-CB0C-4D23-BB13-2952885D212F}">
      <dgm:prSet custT="1"/>
      <dgm:spPr/>
      <dgm:t>
        <a:bodyPr rtlCol="0"/>
        <a:lstStyle/>
        <a:p>
          <a:pPr rtl="0"/>
          <a:r>
            <a:rPr lang="nb-NO" sz="900" b="0" i="0" u="none" spc="150" noProof="0" dirty="0"/>
            <a:t>Directly plays MP4 and WEBP videos. Mutable in config, plays entire video.</a:t>
          </a:r>
          <a:endParaRPr lang="nb-NO" sz="900" spc="150" baseline="0" noProof="0" dirty="0"/>
        </a:p>
      </dgm:t>
    </dgm:pt>
    <dgm:pt modelId="{63D1B153-9E6F-4014-832D-AD0B433D8B81}" type="parTrans" cxnId="{B0735AB5-012E-48CE-B3AF-49E191F8312F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23911F65-2106-4EE8-BB56-61E9FA7C876B}" type="sibTrans" cxnId="{B0735AB5-012E-48CE-B3AF-49E191F8312F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A679DE4F-A77F-44B3-A736-BDB514EFFDCB}">
      <dgm:prSet custT="1"/>
      <dgm:spPr/>
      <dgm:t>
        <a:bodyPr rtlCol="0"/>
        <a:lstStyle/>
        <a:p>
          <a:pPr rtl="0"/>
          <a:r>
            <a:rPr lang="nb-NO" sz="1400" b="1" spc="150" noProof="0" dirty="0">
              <a:latin typeface="+mj-lt"/>
            </a:rPr>
            <a:t>PDF</a:t>
          </a:r>
        </a:p>
      </dgm:t>
    </dgm:pt>
    <dgm:pt modelId="{AF5DE307-1CE2-4B05-9842-EADC76BFF89D}" type="parTrans" cxnId="{0EAFB1E1-120A-41D0-9748-2EBE49778BDF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60DA2A5E-4A7A-4F5D-A408-84E49F2D9802}" type="sibTrans" cxnId="{0EAFB1E1-120A-41D0-9748-2EBE49778BDF}">
      <dgm:prSet phldrT="3" phldr="0"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44123D6F-C310-46F0-93BF-DF1335EF5B9E}">
      <dgm:prSet custT="1"/>
      <dgm:spPr/>
      <dgm:t>
        <a:bodyPr rtlCol="0"/>
        <a:lstStyle/>
        <a:p>
          <a:pPr rtl="0"/>
          <a:r>
            <a:rPr lang="nb-NO" sz="900" b="0" i="0" u="none" spc="150" noProof="0" dirty="0"/>
            <a:t>Converts PDF into multiple slides as image before rendering. Estimates display time based upon word count.</a:t>
          </a:r>
          <a:endParaRPr lang="nb-NO" sz="900" spc="150" baseline="0" noProof="0" dirty="0"/>
        </a:p>
      </dgm:t>
    </dgm:pt>
    <dgm:pt modelId="{8F10AC71-DCFB-4D03-8066-341754659C41}" type="parTrans" cxnId="{C3924954-6034-4452-9FD6-FB0B94295CFA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8C82C1C0-CB1B-4F2B-91D8-46616375C409}" type="sibTrans" cxnId="{C3924954-6034-4452-9FD6-FB0B94295CFA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1AEB3D0C-28A2-46F4-BC59-EFA1E5720C65}">
      <dgm:prSet custT="1"/>
      <dgm:spPr/>
      <dgm:t>
        <a:bodyPr rtlCol="0"/>
        <a:lstStyle/>
        <a:p>
          <a:pPr rtl="0"/>
          <a:r>
            <a:rPr lang="nb-NO" sz="1400" b="1" spc="150" noProof="0" dirty="0">
              <a:latin typeface="+mj-lt"/>
            </a:rPr>
            <a:t>HTML</a:t>
          </a:r>
        </a:p>
      </dgm:t>
    </dgm:pt>
    <dgm:pt modelId="{4F7C5B13-CB47-4CAC-9E71-B0059ECBB71A}" type="parTrans" cxnId="{0AEB2164-EBC2-41A1-A90D-C5252BD1E9B5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C222C688-2467-4CA7-AFF5-BD243825A180}" type="sibTrans" cxnId="{0AEB2164-EBC2-41A1-A90D-C5252BD1E9B5}">
      <dgm:prSet phldrT="4" phldr="0"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5DAE036D-76BB-453D-AC31-2E1BB658DA35}">
      <dgm:prSet custT="1"/>
      <dgm:spPr/>
      <dgm:t>
        <a:bodyPr rtlCol="0"/>
        <a:lstStyle/>
        <a:p>
          <a:pPr rtl="0"/>
          <a:r>
            <a:rPr lang="nb-NO" sz="900" b="0" i="0" u="none" spc="150" noProof="0" dirty="0"/>
            <a:t>Displays both direct HTML files or URL links</a:t>
          </a:r>
          <a:br>
            <a:rPr lang="nb-NO" sz="900" b="0" i="0" u="none" spc="150" noProof="0" dirty="0"/>
          </a:br>
          <a:br>
            <a:rPr lang="nb-NO" sz="900" b="0" i="0" u="none" spc="150" noProof="0" dirty="0"/>
          </a:br>
          <a:r>
            <a:rPr lang="nb-NO" sz="900" b="0" i="0" u="none" spc="150" noProof="0" dirty="0"/>
            <a:t>(Must support being built in).</a:t>
          </a:r>
          <a:br>
            <a:rPr lang="nb-NO" sz="900" b="0" i="0" u="none" spc="150" noProof="0" dirty="0"/>
          </a:br>
          <a:br>
            <a:rPr lang="nb-NO" sz="900" b="0" i="0" u="none" spc="150" noProof="0" dirty="0"/>
          </a:br>
          <a:r>
            <a:rPr lang="nb-NO" sz="900" b="0" i="0" u="none" spc="150" noProof="0" dirty="0"/>
            <a:t>Display time estimated based upon word count.</a:t>
          </a:r>
          <a:endParaRPr lang="nb-NO" sz="900" spc="150" baseline="0" noProof="0" dirty="0"/>
        </a:p>
      </dgm:t>
    </dgm:pt>
    <dgm:pt modelId="{CFCB249A-6786-43B9-B81C-A7D73A4E9FF5}" type="parTrans" cxnId="{35EA8681-41CF-4D45-ADD2-0B8DB4FB0534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7F9A0DA9-5C03-47BA-84F4-2961E49E7358}" type="sibTrans" cxnId="{35EA8681-41CF-4D45-ADD2-0B8DB4FB0534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6287C379-0444-404E-ABFD-64EA5435F53E}">
      <dgm:prSet custT="1"/>
      <dgm:spPr>
        <a:solidFill>
          <a:schemeClr val="accent6">
            <a:lumMod val="75000"/>
          </a:schemeClr>
        </a:solidFill>
      </dgm:spPr>
      <dgm:t>
        <a:bodyPr rtlCol="0"/>
        <a:lstStyle/>
        <a:p>
          <a:pPr rtl="0"/>
          <a:r>
            <a:rPr lang="nb-NO" sz="1400" b="1" spc="150" noProof="0" dirty="0">
              <a:latin typeface="+mj-lt"/>
            </a:rPr>
            <a:t>Office</a:t>
          </a:r>
        </a:p>
      </dgm:t>
    </dgm:pt>
    <dgm:pt modelId="{4A9C9742-1ED6-4278-B515-F2C1DB9BFDF5}" type="parTrans" cxnId="{9C935770-8171-417F-961B-15648D5A7BE2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58BEBA58-C77C-426A-A617-A1D3A903CED3}" type="sibTrans" cxnId="{9C935770-8171-417F-961B-15648D5A7BE2}">
      <dgm:prSet phldrT="5" phldr="0"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F1076737-6C4F-432F-AE3A-0CCB5505B020}">
      <dgm:prSet custT="1"/>
      <dgm:spPr/>
      <dgm:t>
        <a:bodyPr rtlCol="0"/>
        <a:lstStyle/>
        <a:p>
          <a:pPr rtl="0"/>
          <a:r>
            <a:rPr lang="nb-NO" sz="900" spc="150" baseline="0" noProof="0" dirty="0"/>
            <a:t>PowerPoint:</a:t>
          </a:r>
          <a:br>
            <a:rPr lang="nb-NO" sz="900" spc="150" baseline="0" noProof="0" dirty="0"/>
          </a:br>
          <a:r>
            <a:rPr lang="nb-NO" sz="900" spc="150" baseline="0" noProof="0" dirty="0"/>
            <a:t>Converts to a PDF file using LibreOffice before it’s processed again with the PDF renderer.</a:t>
          </a:r>
        </a:p>
      </dgm:t>
    </dgm:pt>
    <dgm:pt modelId="{9B243358-6A52-4209-8B7E-99FAC2053B28}" type="parTrans" cxnId="{32D4A8AE-BA9F-4AFA-986B-F48883A8D69D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314B862E-A129-42EA-A9AB-24E746AEF44A}" type="sibTrans" cxnId="{32D4A8AE-BA9F-4AFA-986B-F48883A8D69D}">
      <dgm:prSet/>
      <dgm:spPr/>
      <dgm:t>
        <a:bodyPr rtlCol="0"/>
        <a:lstStyle/>
        <a:p>
          <a:pPr rtl="0"/>
          <a:endParaRPr lang="nb-NO" sz="1400" spc="150" baseline="0" noProof="0" dirty="0"/>
        </a:p>
      </dgm:t>
    </dgm:pt>
    <dgm:pt modelId="{2C14DF45-912E-4CB2-9D61-D3375917469F}" type="pres">
      <dgm:prSet presAssocID="{1F3E83E7-6DCE-4436-981A-E809C09B5F88}" presName="Name0" presStyleCnt="0">
        <dgm:presLayoutVars>
          <dgm:dir/>
          <dgm:animLvl val="lvl"/>
          <dgm:resizeHandles val="exact"/>
        </dgm:presLayoutVars>
      </dgm:prSet>
      <dgm:spPr/>
    </dgm:pt>
    <dgm:pt modelId="{1D22CA99-82EE-4AFF-B7A3-A9A377C3743A}" type="pres">
      <dgm:prSet presAssocID="{5E6EC551-1F12-4D85-8594-32D65A43EAA7}" presName="composite" presStyleCnt="0"/>
      <dgm:spPr/>
    </dgm:pt>
    <dgm:pt modelId="{5B1C8321-2520-4B0F-9528-6CE1182191FA}" type="pres">
      <dgm:prSet presAssocID="{5E6EC551-1F12-4D85-8594-32D65A43EAA7}" presName="parTx" presStyleLbl="alignNode1" presStyleIdx="0" presStyleCnt="5">
        <dgm:presLayoutVars>
          <dgm:chMax val="0"/>
          <dgm:chPref val="0"/>
        </dgm:presLayoutVars>
      </dgm:prSet>
      <dgm:spPr/>
    </dgm:pt>
    <dgm:pt modelId="{3A303999-3098-4FAC-AC86-1F582AB5329E}" type="pres">
      <dgm:prSet presAssocID="{5E6EC551-1F12-4D85-8594-32D65A43EAA7}" presName="desTx" presStyleLbl="alignAccFollowNode1" presStyleIdx="0" presStyleCnt="5">
        <dgm:presLayoutVars/>
      </dgm:prSet>
      <dgm:spPr/>
    </dgm:pt>
    <dgm:pt modelId="{FA084C32-C933-4737-AB8A-3436B803F1F9}" type="pres">
      <dgm:prSet presAssocID="{F86404D2-473F-41AC-B422-847F113BEE24}" presName="space" presStyleCnt="0"/>
      <dgm:spPr/>
    </dgm:pt>
    <dgm:pt modelId="{B553A547-A884-4B26-B20C-4920306C4646}" type="pres">
      <dgm:prSet presAssocID="{ADA2E621-790F-4BE3-8054-DAC0B573D63F}" presName="composite" presStyleCnt="0"/>
      <dgm:spPr/>
    </dgm:pt>
    <dgm:pt modelId="{1A8973F4-A219-46CB-8BCA-2E37E0E8ECC9}" type="pres">
      <dgm:prSet presAssocID="{ADA2E621-790F-4BE3-8054-DAC0B573D63F}" presName="parTx" presStyleLbl="alignNode1" presStyleIdx="1" presStyleCnt="5">
        <dgm:presLayoutVars>
          <dgm:chMax val="0"/>
          <dgm:chPref val="0"/>
        </dgm:presLayoutVars>
      </dgm:prSet>
      <dgm:spPr/>
    </dgm:pt>
    <dgm:pt modelId="{11803DAF-882D-4FFF-B7E1-3E06B2F6A5CA}" type="pres">
      <dgm:prSet presAssocID="{ADA2E621-790F-4BE3-8054-DAC0B573D63F}" presName="desTx" presStyleLbl="alignAccFollowNode1" presStyleIdx="1" presStyleCnt="5">
        <dgm:presLayoutVars/>
      </dgm:prSet>
      <dgm:spPr/>
    </dgm:pt>
    <dgm:pt modelId="{5E2C3D0A-682E-4849-A76C-5ADD478C9ABE}" type="pres">
      <dgm:prSet presAssocID="{665F693B-E732-4987-808F-10400DDB0FA6}" presName="space" presStyleCnt="0"/>
      <dgm:spPr/>
    </dgm:pt>
    <dgm:pt modelId="{0BF6BB2C-2205-49CB-8635-BF71C4F62DBE}" type="pres">
      <dgm:prSet presAssocID="{A679DE4F-A77F-44B3-A736-BDB514EFFDCB}" presName="composite" presStyleCnt="0"/>
      <dgm:spPr/>
    </dgm:pt>
    <dgm:pt modelId="{163B2D91-5DE0-4732-9FD9-2D1D7C38C2C0}" type="pres">
      <dgm:prSet presAssocID="{A679DE4F-A77F-44B3-A736-BDB514EFFDCB}" presName="parTx" presStyleLbl="alignNode1" presStyleIdx="2" presStyleCnt="5">
        <dgm:presLayoutVars>
          <dgm:chMax val="0"/>
          <dgm:chPref val="0"/>
        </dgm:presLayoutVars>
      </dgm:prSet>
      <dgm:spPr/>
    </dgm:pt>
    <dgm:pt modelId="{9115F031-6C0B-4105-A2DD-847B417EA149}" type="pres">
      <dgm:prSet presAssocID="{A679DE4F-A77F-44B3-A736-BDB514EFFDCB}" presName="desTx" presStyleLbl="alignAccFollowNode1" presStyleIdx="2" presStyleCnt="5">
        <dgm:presLayoutVars/>
      </dgm:prSet>
      <dgm:spPr/>
    </dgm:pt>
    <dgm:pt modelId="{B4F9A75D-4EF9-439A-9AA8-5772C63412C5}" type="pres">
      <dgm:prSet presAssocID="{60DA2A5E-4A7A-4F5D-A408-84E49F2D9802}" presName="space" presStyleCnt="0"/>
      <dgm:spPr/>
    </dgm:pt>
    <dgm:pt modelId="{6A4ECA29-E9DD-492D-9411-1C243C013686}" type="pres">
      <dgm:prSet presAssocID="{1AEB3D0C-28A2-46F4-BC59-EFA1E5720C65}" presName="composite" presStyleCnt="0"/>
      <dgm:spPr/>
    </dgm:pt>
    <dgm:pt modelId="{8BB61E66-C422-4E1F-A727-1D78BB18E0A9}" type="pres">
      <dgm:prSet presAssocID="{1AEB3D0C-28A2-46F4-BC59-EFA1E5720C65}" presName="parTx" presStyleLbl="alignNode1" presStyleIdx="3" presStyleCnt="5">
        <dgm:presLayoutVars>
          <dgm:chMax val="0"/>
          <dgm:chPref val="0"/>
        </dgm:presLayoutVars>
      </dgm:prSet>
      <dgm:spPr/>
    </dgm:pt>
    <dgm:pt modelId="{A71E5D58-E148-407C-B0FF-AC0DCEC371D5}" type="pres">
      <dgm:prSet presAssocID="{1AEB3D0C-28A2-46F4-BC59-EFA1E5720C65}" presName="desTx" presStyleLbl="alignAccFollowNode1" presStyleIdx="3" presStyleCnt="5">
        <dgm:presLayoutVars/>
      </dgm:prSet>
      <dgm:spPr/>
    </dgm:pt>
    <dgm:pt modelId="{F4A8A450-79E3-4DCC-B5CD-F30934CB62C3}" type="pres">
      <dgm:prSet presAssocID="{C222C688-2467-4CA7-AFF5-BD243825A180}" presName="space" presStyleCnt="0"/>
      <dgm:spPr/>
    </dgm:pt>
    <dgm:pt modelId="{6F9703D8-7CF1-4AA3-AD47-65723D6C6DBE}" type="pres">
      <dgm:prSet presAssocID="{6287C379-0444-404E-ABFD-64EA5435F53E}" presName="composite" presStyleCnt="0"/>
      <dgm:spPr/>
    </dgm:pt>
    <dgm:pt modelId="{CC10950F-BE52-4012-A79C-4B2F4AA4A565}" type="pres">
      <dgm:prSet presAssocID="{6287C379-0444-404E-ABFD-64EA5435F53E}" presName="parTx" presStyleLbl="alignNode1" presStyleIdx="4" presStyleCnt="5">
        <dgm:presLayoutVars>
          <dgm:chMax val="0"/>
          <dgm:chPref val="0"/>
        </dgm:presLayoutVars>
      </dgm:prSet>
      <dgm:spPr/>
    </dgm:pt>
    <dgm:pt modelId="{38335470-4A75-4C36-8D94-0277376E43B4}" type="pres">
      <dgm:prSet presAssocID="{6287C379-0444-404E-ABFD-64EA5435F53E}" presName="desTx" presStyleLbl="alignAccFollowNode1" presStyleIdx="4" presStyleCnt="5">
        <dgm:presLayoutVars/>
      </dgm:prSet>
      <dgm:spPr/>
    </dgm:pt>
  </dgm:ptLst>
  <dgm:cxnLst>
    <dgm:cxn modelId="{42E7FB1A-365B-49B8-905F-C5A15EA6581D}" type="presOf" srcId="{ABF3A0A0-CB0C-4D23-BB13-2952885D212F}" destId="{11803DAF-882D-4FFF-B7E1-3E06B2F6A5CA}" srcOrd="0" destOrd="0" presId="urn:microsoft.com/office/officeart/2016/7/layout/ChevronBlockProcess"/>
    <dgm:cxn modelId="{A8900622-C11F-4BF6-B2AD-5F5C38B06CFF}" type="presOf" srcId="{1F3E83E7-6DCE-4436-981A-E809C09B5F88}" destId="{2C14DF45-912E-4CB2-9D61-D3375917469F}" srcOrd="0" destOrd="0" presId="urn:microsoft.com/office/officeart/2016/7/layout/ChevronBlockProcess"/>
    <dgm:cxn modelId="{4A67683E-1781-4B36-9A48-554790288A87}" type="presOf" srcId="{1AEB3D0C-28A2-46F4-BC59-EFA1E5720C65}" destId="{8BB61E66-C422-4E1F-A727-1D78BB18E0A9}" srcOrd="0" destOrd="0" presId="urn:microsoft.com/office/officeart/2016/7/layout/ChevronBlockProcess"/>
    <dgm:cxn modelId="{C98FC35B-B903-4469-B0EA-E53842383AE4}" srcId="{1F3E83E7-6DCE-4436-981A-E809C09B5F88}" destId="{5E6EC551-1F12-4D85-8594-32D65A43EAA7}" srcOrd="0" destOrd="0" parTransId="{2B800405-3484-48DE-A9FF-E863C37817FF}" sibTransId="{F86404D2-473F-41AC-B422-847F113BEE24}"/>
    <dgm:cxn modelId="{044E4E5C-D8F6-4612-B0D3-8045743E5E27}" type="presOf" srcId="{5E6EC551-1F12-4D85-8594-32D65A43EAA7}" destId="{5B1C8321-2520-4B0F-9528-6CE1182191FA}" srcOrd="0" destOrd="0" presId="urn:microsoft.com/office/officeart/2016/7/layout/ChevronBlockProcess"/>
    <dgm:cxn modelId="{0AEB2164-EBC2-41A1-A90D-C5252BD1E9B5}" srcId="{1F3E83E7-6DCE-4436-981A-E809C09B5F88}" destId="{1AEB3D0C-28A2-46F4-BC59-EFA1E5720C65}" srcOrd="3" destOrd="0" parTransId="{4F7C5B13-CB47-4CAC-9E71-B0059ECBB71A}" sibTransId="{C222C688-2467-4CA7-AFF5-BD243825A180}"/>
    <dgm:cxn modelId="{9C935770-8171-417F-961B-15648D5A7BE2}" srcId="{1F3E83E7-6DCE-4436-981A-E809C09B5F88}" destId="{6287C379-0444-404E-ABFD-64EA5435F53E}" srcOrd="4" destOrd="0" parTransId="{4A9C9742-1ED6-4278-B515-F2C1DB9BFDF5}" sibTransId="{58BEBA58-C77C-426A-A617-A1D3A903CED3}"/>
    <dgm:cxn modelId="{C3924954-6034-4452-9FD6-FB0B94295CFA}" srcId="{A679DE4F-A77F-44B3-A736-BDB514EFFDCB}" destId="{44123D6F-C310-46F0-93BF-DF1335EF5B9E}" srcOrd="0" destOrd="0" parTransId="{8F10AC71-DCFB-4D03-8066-341754659C41}" sibTransId="{8C82C1C0-CB1B-4F2B-91D8-46616375C409}"/>
    <dgm:cxn modelId="{C0D77978-EB2D-4981-A45B-C6F41CBD7381}" type="presOf" srcId="{ADA2E621-790F-4BE3-8054-DAC0B573D63F}" destId="{1A8973F4-A219-46CB-8BCA-2E37E0E8ECC9}" srcOrd="0" destOrd="0" presId="urn:microsoft.com/office/officeart/2016/7/layout/ChevronBlockProcess"/>
    <dgm:cxn modelId="{770C1580-46AF-4B58-8C52-CC507AF0E34B}" type="presOf" srcId="{6287C379-0444-404E-ABFD-64EA5435F53E}" destId="{CC10950F-BE52-4012-A79C-4B2F4AA4A565}" srcOrd="0" destOrd="0" presId="urn:microsoft.com/office/officeart/2016/7/layout/ChevronBlockProcess"/>
    <dgm:cxn modelId="{35EA8681-41CF-4D45-ADD2-0B8DB4FB0534}" srcId="{1AEB3D0C-28A2-46F4-BC59-EFA1E5720C65}" destId="{5DAE036D-76BB-453D-AC31-2E1BB658DA35}" srcOrd="0" destOrd="0" parTransId="{CFCB249A-6786-43B9-B81C-A7D73A4E9FF5}" sibTransId="{7F9A0DA9-5C03-47BA-84F4-2961E49E7358}"/>
    <dgm:cxn modelId="{BF05B18C-3002-4BAC-85F4-3C3DD4BB2164}" type="presOf" srcId="{A679DE4F-A77F-44B3-A736-BDB514EFFDCB}" destId="{163B2D91-5DE0-4732-9FD9-2D1D7C38C2C0}" srcOrd="0" destOrd="0" presId="urn:microsoft.com/office/officeart/2016/7/layout/ChevronBlockProcess"/>
    <dgm:cxn modelId="{25BD5693-63B3-4FF3-9670-A8289764CEE6}" type="presOf" srcId="{5DAE036D-76BB-453D-AC31-2E1BB658DA35}" destId="{A71E5D58-E148-407C-B0FF-AC0DCEC371D5}" srcOrd="0" destOrd="0" presId="urn:microsoft.com/office/officeart/2016/7/layout/ChevronBlockProcess"/>
    <dgm:cxn modelId="{9B151298-8A12-422E-B6CB-E4973D6DCD73}" type="presOf" srcId="{F1076737-6C4F-432F-AE3A-0CCB5505B020}" destId="{38335470-4A75-4C36-8D94-0277376E43B4}" srcOrd="0" destOrd="0" presId="urn:microsoft.com/office/officeart/2016/7/layout/ChevronBlockProcess"/>
    <dgm:cxn modelId="{32D4A8AE-BA9F-4AFA-986B-F48883A8D69D}" srcId="{6287C379-0444-404E-ABFD-64EA5435F53E}" destId="{F1076737-6C4F-432F-AE3A-0CCB5505B020}" srcOrd="0" destOrd="0" parTransId="{9B243358-6A52-4209-8B7E-99FAC2053B28}" sibTransId="{314B862E-A129-42EA-A9AB-24E746AEF44A}"/>
    <dgm:cxn modelId="{B0735AB5-012E-48CE-B3AF-49E191F8312F}" srcId="{ADA2E621-790F-4BE3-8054-DAC0B573D63F}" destId="{ABF3A0A0-CB0C-4D23-BB13-2952885D212F}" srcOrd="0" destOrd="0" parTransId="{63D1B153-9E6F-4014-832D-AD0B433D8B81}" sibTransId="{23911F65-2106-4EE8-BB56-61E9FA7C876B}"/>
    <dgm:cxn modelId="{BCDC72D0-71DD-41FC-8AC9-59A8EEEBFE77}" srcId="{5E6EC551-1F12-4D85-8594-32D65A43EAA7}" destId="{180FB335-92DE-43FD-9404-B687B879C8E5}" srcOrd="0" destOrd="0" parTransId="{7F469C15-FEDB-428F-B97A-58612BDEC302}" sibTransId="{B64EE6F1-D3CE-4D7F-9442-375D57CE1EAD}"/>
    <dgm:cxn modelId="{38C7BDD1-A779-4BB9-86F8-97B03A25A4B2}" srcId="{1F3E83E7-6DCE-4436-981A-E809C09B5F88}" destId="{ADA2E621-790F-4BE3-8054-DAC0B573D63F}" srcOrd="1" destOrd="0" parTransId="{66765958-1B52-4BED-8BB0-2F8A454626F1}" sibTransId="{665F693B-E732-4987-808F-10400DDB0FA6}"/>
    <dgm:cxn modelId="{0EAFB1E1-120A-41D0-9748-2EBE49778BDF}" srcId="{1F3E83E7-6DCE-4436-981A-E809C09B5F88}" destId="{A679DE4F-A77F-44B3-A736-BDB514EFFDCB}" srcOrd="2" destOrd="0" parTransId="{AF5DE307-1CE2-4B05-9842-EADC76BFF89D}" sibTransId="{60DA2A5E-4A7A-4F5D-A408-84E49F2D9802}"/>
    <dgm:cxn modelId="{55BDE0E4-847B-4274-B762-67801E13326F}" type="presOf" srcId="{180FB335-92DE-43FD-9404-B687B879C8E5}" destId="{3A303999-3098-4FAC-AC86-1F582AB5329E}" srcOrd="0" destOrd="0" presId="urn:microsoft.com/office/officeart/2016/7/layout/ChevronBlockProcess"/>
    <dgm:cxn modelId="{281464EE-7A1A-41F4-8B00-BC44397063BC}" type="presOf" srcId="{44123D6F-C310-46F0-93BF-DF1335EF5B9E}" destId="{9115F031-6C0B-4105-A2DD-847B417EA149}" srcOrd="0" destOrd="0" presId="urn:microsoft.com/office/officeart/2016/7/layout/ChevronBlockProcess"/>
    <dgm:cxn modelId="{F1328E2B-3235-41C0-BEAF-E30DDBFA3D6F}" type="presParOf" srcId="{2C14DF45-912E-4CB2-9D61-D3375917469F}" destId="{1D22CA99-82EE-4AFF-B7A3-A9A377C3743A}" srcOrd="0" destOrd="0" presId="urn:microsoft.com/office/officeart/2016/7/layout/ChevronBlockProcess"/>
    <dgm:cxn modelId="{A720E1EB-9766-4AFC-8666-56173BBF95BD}" type="presParOf" srcId="{1D22CA99-82EE-4AFF-B7A3-A9A377C3743A}" destId="{5B1C8321-2520-4B0F-9528-6CE1182191FA}" srcOrd="0" destOrd="0" presId="urn:microsoft.com/office/officeart/2016/7/layout/ChevronBlockProcess"/>
    <dgm:cxn modelId="{991C50C6-BB40-4A94-94AD-2A951E32A1A7}" type="presParOf" srcId="{1D22CA99-82EE-4AFF-B7A3-A9A377C3743A}" destId="{3A303999-3098-4FAC-AC86-1F582AB5329E}" srcOrd="1" destOrd="0" presId="urn:microsoft.com/office/officeart/2016/7/layout/ChevronBlockProcess"/>
    <dgm:cxn modelId="{6559230D-0313-47C4-9883-555FE7E6D51B}" type="presParOf" srcId="{2C14DF45-912E-4CB2-9D61-D3375917469F}" destId="{FA084C32-C933-4737-AB8A-3436B803F1F9}" srcOrd="1" destOrd="0" presId="urn:microsoft.com/office/officeart/2016/7/layout/ChevronBlockProcess"/>
    <dgm:cxn modelId="{BB350A3B-1485-4CB8-A55D-E520B0C33EB8}" type="presParOf" srcId="{2C14DF45-912E-4CB2-9D61-D3375917469F}" destId="{B553A547-A884-4B26-B20C-4920306C4646}" srcOrd="2" destOrd="0" presId="urn:microsoft.com/office/officeart/2016/7/layout/ChevronBlockProcess"/>
    <dgm:cxn modelId="{FD3E193F-C2DE-421B-A57F-6DEDFA440008}" type="presParOf" srcId="{B553A547-A884-4B26-B20C-4920306C4646}" destId="{1A8973F4-A219-46CB-8BCA-2E37E0E8ECC9}" srcOrd="0" destOrd="0" presId="urn:microsoft.com/office/officeart/2016/7/layout/ChevronBlockProcess"/>
    <dgm:cxn modelId="{ECA16B4B-7788-47E9-B5C0-6BF1F25BAC66}" type="presParOf" srcId="{B553A547-A884-4B26-B20C-4920306C4646}" destId="{11803DAF-882D-4FFF-B7E1-3E06B2F6A5CA}" srcOrd="1" destOrd="0" presId="urn:microsoft.com/office/officeart/2016/7/layout/ChevronBlockProcess"/>
    <dgm:cxn modelId="{00EBC743-64AC-4382-B4B8-ACB466B40853}" type="presParOf" srcId="{2C14DF45-912E-4CB2-9D61-D3375917469F}" destId="{5E2C3D0A-682E-4849-A76C-5ADD478C9ABE}" srcOrd="3" destOrd="0" presId="urn:microsoft.com/office/officeart/2016/7/layout/ChevronBlockProcess"/>
    <dgm:cxn modelId="{6688C6E3-EB88-4B6B-B9E4-7F60AF36BAB2}" type="presParOf" srcId="{2C14DF45-912E-4CB2-9D61-D3375917469F}" destId="{0BF6BB2C-2205-49CB-8635-BF71C4F62DBE}" srcOrd="4" destOrd="0" presId="urn:microsoft.com/office/officeart/2016/7/layout/ChevronBlockProcess"/>
    <dgm:cxn modelId="{F52EF5AA-8F56-42B6-A893-697F1B3A6756}" type="presParOf" srcId="{0BF6BB2C-2205-49CB-8635-BF71C4F62DBE}" destId="{163B2D91-5DE0-4732-9FD9-2D1D7C38C2C0}" srcOrd="0" destOrd="0" presId="urn:microsoft.com/office/officeart/2016/7/layout/ChevronBlockProcess"/>
    <dgm:cxn modelId="{1B784E7E-3FD3-48B8-B95C-6FFC353163D7}" type="presParOf" srcId="{0BF6BB2C-2205-49CB-8635-BF71C4F62DBE}" destId="{9115F031-6C0B-4105-A2DD-847B417EA149}" srcOrd="1" destOrd="0" presId="urn:microsoft.com/office/officeart/2016/7/layout/ChevronBlockProcess"/>
    <dgm:cxn modelId="{7D907F77-EC30-49FE-9EE1-3174C955AD2E}" type="presParOf" srcId="{2C14DF45-912E-4CB2-9D61-D3375917469F}" destId="{B4F9A75D-4EF9-439A-9AA8-5772C63412C5}" srcOrd="5" destOrd="0" presId="urn:microsoft.com/office/officeart/2016/7/layout/ChevronBlockProcess"/>
    <dgm:cxn modelId="{2BCAF653-9CB2-4093-85E4-656F24A06D64}" type="presParOf" srcId="{2C14DF45-912E-4CB2-9D61-D3375917469F}" destId="{6A4ECA29-E9DD-492D-9411-1C243C013686}" srcOrd="6" destOrd="0" presId="urn:microsoft.com/office/officeart/2016/7/layout/ChevronBlockProcess"/>
    <dgm:cxn modelId="{C4146864-FE6E-41A9-9E88-62F889D8066D}" type="presParOf" srcId="{6A4ECA29-E9DD-492D-9411-1C243C013686}" destId="{8BB61E66-C422-4E1F-A727-1D78BB18E0A9}" srcOrd="0" destOrd="0" presId="urn:microsoft.com/office/officeart/2016/7/layout/ChevronBlockProcess"/>
    <dgm:cxn modelId="{0E02A643-96DF-4065-AB8D-8303D0A8DE14}" type="presParOf" srcId="{6A4ECA29-E9DD-492D-9411-1C243C013686}" destId="{A71E5D58-E148-407C-B0FF-AC0DCEC371D5}" srcOrd="1" destOrd="0" presId="urn:microsoft.com/office/officeart/2016/7/layout/ChevronBlockProcess"/>
    <dgm:cxn modelId="{B63FF96F-E0DD-45CD-B832-9D357EC00509}" type="presParOf" srcId="{2C14DF45-912E-4CB2-9D61-D3375917469F}" destId="{F4A8A450-79E3-4DCC-B5CD-F30934CB62C3}" srcOrd="7" destOrd="0" presId="urn:microsoft.com/office/officeart/2016/7/layout/ChevronBlockProcess"/>
    <dgm:cxn modelId="{55968996-C814-45EC-BA78-DFBA2CDE186F}" type="presParOf" srcId="{2C14DF45-912E-4CB2-9D61-D3375917469F}" destId="{6F9703D8-7CF1-4AA3-AD47-65723D6C6DBE}" srcOrd="8" destOrd="0" presId="urn:microsoft.com/office/officeart/2016/7/layout/ChevronBlockProcess"/>
    <dgm:cxn modelId="{FC56E0B0-47A4-4FAD-B925-174341F3FB43}" type="presParOf" srcId="{6F9703D8-7CF1-4AA3-AD47-65723D6C6DBE}" destId="{CC10950F-BE52-4012-A79C-4B2F4AA4A565}" srcOrd="0" destOrd="0" presId="urn:microsoft.com/office/officeart/2016/7/layout/ChevronBlockProcess"/>
    <dgm:cxn modelId="{50BE279A-703A-4AD1-A52C-B20BD8F681F6}" type="presParOf" srcId="{6F9703D8-7CF1-4AA3-AD47-65723D6C6DBE}" destId="{38335470-4A75-4C36-8D94-0277376E43B4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1C8321-2520-4B0F-9528-6CE1182191FA}">
      <dsp:nvSpPr>
        <dsp:cNvPr id="0" name=""/>
        <dsp:cNvSpPr/>
      </dsp:nvSpPr>
      <dsp:spPr>
        <a:xfrm>
          <a:off x="8879" y="969644"/>
          <a:ext cx="2141589" cy="642476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400" b="1" kern="1200" spc="150" noProof="0" dirty="0">
              <a:latin typeface="+mj-lt"/>
            </a:rPr>
            <a:t>Images</a:t>
          </a:r>
        </a:p>
      </dsp:txBody>
      <dsp:txXfrm>
        <a:off x="201622" y="969644"/>
        <a:ext cx="1756103" cy="642476"/>
      </dsp:txXfrm>
    </dsp:sp>
    <dsp:sp modelId="{3A303999-3098-4FAC-AC86-1F582AB5329E}">
      <dsp:nvSpPr>
        <dsp:cNvPr id="0" name=""/>
        <dsp:cNvSpPr/>
      </dsp:nvSpPr>
      <dsp:spPr>
        <a:xfrm>
          <a:off x="8879" y="1612121"/>
          <a:ext cx="1948846" cy="226645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rtlCol="0" anchor="t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nb-NO" sz="900" kern="1200" spc="150" baseline="0" noProof="0" dirty="0"/>
            <a:t>Direct display:</a:t>
          </a:r>
          <a:br>
            <a:rPr lang="nb-NO" sz="900" kern="1200" spc="150" baseline="0" noProof="0" dirty="0"/>
          </a:br>
          <a:r>
            <a:rPr lang="nb-NO" sz="900" kern="1200" spc="150" baseline="0" noProof="0" dirty="0"/>
            <a:t> - PNG</a:t>
          </a:r>
          <a:br>
            <a:rPr lang="nb-NO" sz="900" kern="1200" spc="150" baseline="0" noProof="0" dirty="0"/>
          </a:br>
          <a:r>
            <a:rPr lang="nb-NO" sz="900" kern="1200" spc="150" baseline="0" noProof="0" dirty="0"/>
            <a:t> - JPG</a:t>
          </a:r>
          <a:br>
            <a:rPr lang="nb-NO" sz="900" kern="1200" spc="150" baseline="0" noProof="0" dirty="0"/>
          </a:br>
          <a:r>
            <a:rPr lang="nb-NO" sz="900" kern="1200" spc="150" baseline="0" noProof="0" dirty="0"/>
            <a:t> - JPEG</a:t>
          </a:r>
          <a:br>
            <a:rPr lang="nb-NO" sz="900" kern="1200" spc="150" baseline="0" noProof="0" dirty="0"/>
          </a:br>
          <a:r>
            <a:rPr lang="nb-NO" sz="900" kern="1200" spc="150" baseline="0" noProof="0" dirty="0"/>
            <a:t> - WEBP</a:t>
          </a:r>
          <a:br>
            <a:rPr lang="nb-NO" sz="900" kern="1200" spc="150" baseline="0" noProof="0" dirty="0"/>
          </a:br>
          <a:br>
            <a:rPr lang="nb-NO" sz="900" kern="1200" spc="150" baseline="0" noProof="0" dirty="0"/>
          </a:br>
          <a:r>
            <a:rPr lang="nb-NO" sz="900" kern="1200" spc="150" baseline="0" noProof="0" dirty="0"/>
            <a:t>Preprocessed:</a:t>
          </a:r>
          <a:br>
            <a:rPr lang="nb-NO" sz="900" kern="1200" spc="150" baseline="0" noProof="0" dirty="0"/>
          </a:br>
          <a:r>
            <a:rPr lang="nb-NO" sz="900" kern="1200" spc="150" baseline="0" noProof="0" dirty="0"/>
            <a:t> - HEIC</a:t>
          </a:r>
          <a:br>
            <a:rPr lang="nb-NO" sz="900" kern="1200" spc="150" baseline="0" noProof="0" dirty="0"/>
          </a:br>
          <a:r>
            <a:rPr lang="nb-NO" sz="900" kern="1200" spc="150" baseline="0" noProof="0" dirty="0"/>
            <a:t> - HEIF</a:t>
          </a:r>
        </a:p>
      </dsp:txBody>
      <dsp:txXfrm>
        <a:off x="8879" y="1612121"/>
        <a:ext cx="1948846" cy="2266458"/>
      </dsp:txXfrm>
    </dsp:sp>
    <dsp:sp modelId="{1A8973F4-A219-46CB-8BCA-2E37E0E8ECC9}">
      <dsp:nvSpPr>
        <dsp:cNvPr id="0" name=""/>
        <dsp:cNvSpPr/>
      </dsp:nvSpPr>
      <dsp:spPr>
        <a:xfrm>
          <a:off x="2097942" y="969644"/>
          <a:ext cx="2141589" cy="642476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400" b="1" kern="1200" spc="150" noProof="0" dirty="0">
              <a:latin typeface="+mj-lt"/>
            </a:rPr>
            <a:t>Video</a:t>
          </a:r>
        </a:p>
      </dsp:txBody>
      <dsp:txXfrm>
        <a:off x="2290685" y="969644"/>
        <a:ext cx="1756103" cy="642476"/>
      </dsp:txXfrm>
    </dsp:sp>
    <dsp:sp modelId="{11803DAF-882D-4FFF-B7E1-3E06B2F6A5CA}">
      <dsp:nvSpPr>
        <dsp:cNvPr id="0" name=""/>
        <dsp:cNvSpPr/>
      </dsp:nvSpPr>
      <dsp:spPr>
        <a:xfrm>
          <a:off x="2097942" y="1612121"/>
          <a:ext cx="1948846" cy="226645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rtlCol="0" anchor="t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0" i="0" u="none" kern="1200" spc="150" noProof="0" dirty="0"/>
            <a:t>Directly plays MP4 and WEBP videos. Mutable in config, plays entire video.</a:t>
          </a:r>
          <a:endParaRPr lang="nb-NO" sz="900" kern="1200" spc="150" baseline="0" noProof="0" dirty="0"/>
        </a:p>
      </dsp:txBody>
      <dsp:txXfrm>
        <a:off x="2097942" y="1612121"/>
        <a:ext cx="1948846" cy="2266458"/>
      </dsp:txXfrm>
    </dsp:sp>
    <dsp:sp modelId="{163B2D91-5DE0-4732-9FD9-2D1D7C38C2C0}">
      <dsp:nvSpPr>
        <dsp:cNvPr id="0" name=""/>
        <dsp:cNvSpPr/>
      </dsp:nvSpPr>
      <dsp:spPr>
        <a:xfrm>
          <a:off x="4187005" y="969644"/>
          <a:ext cx="2141589" cy="642476"/>
        </a:xfrm>
        <a:prstGeom prst="chevron">
          <a:avLst>
            <a:gd name="adj" fmla="val 3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400" b="1" kern="1200" spc="150" noProof="0" dirty="0">
              <a:latin typeface="+mj-lt"/>
            </a:rPr>
            <a:t>PDF</a:t>
          </a:r>
        </a:p>
      </dsp:txBody>
      <dsp:txXfrm>
        <a:off x="4379748" y="969644"/>
        <a:ext cx="1756103" cy="642476"/>
      </dsp:txXfrm>
    </dsp:sp>
    <dsp:sp modelId="{9115F031-6C0B-4105-A2DD-847B417EA149}">
      <dsp:nvSpPr>
        <dsp:cNvPr id="0" name=""/>
        <dsp:cNvSpPr/>
      </dsp:nvSpPr>
      <dsp:spPr>
        <a:xfrm>
          <a:off x="4187005" y="1612121"/>
          <a:ext cx="1948846" cy="226645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rtlCol="0" anchor="t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0" i="0" u="none" kern="1200" spc="150" noProof="0" dirty="0"/>
            <a:t>Converts PDF into multiple slides as image before rendering. Estimates display time based upon word count.</a:t>
          </a:r>
          <a:endParaRPr lang="nb-NO" sz="900" kern="1200" spc="150" baseline="0" noProof="0" dirty="0"/>
        </a:p>
      </dsp:txBody>
      <dsp:txXfrm>
        <a:off x="4187005" y="1612121"/>
        <a:ext cx="1948846" cy="2266458"/>
      </dsp:txXfrm>
    </dsp:sp>
    <dsp:sp modelId="{8BB61E66-C422-4E1F-A727-1D78BB18E0A9}">
      <dsp:nvSpPr>
        <dsp:cNvPr id="0" name=""/>
        <dsp:cNvSpPr/>
      </dsp:nvSpPr>
      <dsp:spPr>
        <a:xfrm>
          <a:off x="6276068" y="969644"/>
          <a:ext cx="2141589" cy="642476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400" b="1" kern="1200" spc="150" noProof="0" dirty="0">
              <a:latin typeface="+mj-lt"/>
            </a:rPr>
            <a:t>HTML</a:t>
          </a:r>
        </a:p>
      </dsp:txBody>
      <dsp:txXfrm>
        <a:off x="6468811" y="969644"/>
        <a:ext cx="1756103" cy="642476"/>
      </dsp:txXfrm>
    </dsp:sp>
    <dsp:sp modelId="{A71E5D58-E148-407C-B0FF-AC0DCEC371D5}">
      <dsp:nvSpPr>
        <dsp:cNvPr id="0" name=""/>
        <dsp:cNvSpPr/>
      </dsp:nvSpPr>
      <dsp:spPr>
        <a:xfrm>
          <a:off x="6276068" y="1612121"/>
          <a:ext cx="1948846" cy="226645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rtlCol="0" anchor="t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0" i="0" u="none" kern="1200" spc="150" noProof="0" dirty="0"/>
            <a:t>Displays both direct HTML files or URL links</a:t>
          </a:r>
          <a:br>
            <a:rPr lang="nb-NO" sz="900" b="0" i="0" u="none" kern="1200" spc="150" noProof="0" dirty="0"/>
          </a:br>
          <a:br>
            <a:rPr lang="nb-NO" sz="900" b="0" i="0" u="none" kern="1200" spc="150" noProof="0" dirty="0"/>
          </a:br>
          <a:r>
            <a:rPr lang="nb-NO" sz="900" b="0" i="0" u="none" kern="1200" spc="150" noProof="0" dirty="0"/>
            <a:t>(Must support being built in).</a:t>
          </a:r>
          <a:br>
            <a:rPr lang="nb-NO" sz="900" b="0" i="0" u="none" kern="1200" spc="150" noProof="0" dirty="0"/>
          </a:br>
          <a:br>
            <a:rPr lang="nb-NO" sz="900" b="0" i="0" u="none" kern="1200" spc="150" noProof="0" dirty="0"/>
          </a:br>
          <a:r>
            <a:rPr lang="nb-NO" sz="900" b="0" i="0" u="none" kern="1200" spc="150" noProof="0" dirty="0"/>
            <a:t>Display time estimated based upon word count.</a:t>
          </a:r>
          <a:endParaRPr lang="nb-NO" sz="900" kern="1200" spc="150" baseline="0" noProof="0" dirty="0"/>
        </a:p>
      </dsp:txBody>
      <dsp:txXfrm>
        <a:off x="6276068" y="1612121"/>
        <a:ext cx="1948846" cy="2266458"/>
      </dsp:txXfrm>
    </dsp:sp>
    <dsp:sp modelId="{CC10950F-BE52-4012-A79C-4B2F4AA4A565}">
      <dsp:nvSpPr>
        <dsp:cNvPr id="0" name=""/>
        <dsp:cNvSpPr/>
      </dsp:nvSpPr>
      <dsp:spPr>
        <a:xfrm>
          <a:off x="8365131" y="969644"/>
          <a:ext cx="2141589" cy="642476"/>
        </a:xfrm>
        <a:prstGeom prst="chevron">
          <a:avLst>
            <a:gd name="adj" fmla="val 3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rtlCol="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400" b="1" kern="1200" spc="150" noProof="0" dirty="0">
              <a:latin typeface="+mj-lt"/>
            </a:rPr>
            <a:t>Office</a:t>
          </a:r>
        </a:p>
      </dsp:txBody>
      <dsp:txXfrm>
        <a:off x="8557874" y="969644"/>
        <a:ext cx="1756103" cy="642476"/>
      </dsp:txXfrm>
    </dsp:sp>
    <dsp:sp modelId="{38335470-4A75-4C36-8D94-0277376E43B4}">
      <dsp:nvSpPr>
        <dsp:cNvPr id="0" name=""/>
        <dsp:cNvSpPr/>
      </dsp:nvSpPr>
      <dsp:spPr>
        <a:xfrm>
          <a:off x="8365131" y="1612121"/>
          <a:ext cx="1948846" cy="2266458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rtlCol="0" anchor="t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kern="1200" spc="150" baseline="0" noProof="0" dirty="0"/>
            <a:t>PowerPoint:</a:t>
          </a:r>
          <a:br>
            <a:rPr lang="nb-NO" sz="900" kern="1200" spc="150" baseline="0" noProof="0" dirty="0"/>
          </a:br>
          <a:r>
            <a:rPr lang="nb-NO" sz="900" kern="1200" spc="150" baseline="0" noProof="0" dirty="0"/>
            <a:t>Converts to a PDF file using LibreOffice before it’s processed again with the PDF renderer.</a:t>
          </a:r>
        </a:p>
      </dsp:txBody>
      <dsp:txXfrm>
        <a:off x="8365131" y="1612121"/>
        <a:ext cx="1948846" cy="22664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Vinkeltegnblokk-prosess"/>
  <dgm:desc val="Brukes til å vise en fremdrift: en tidslinje, sekvensielle trinn i en oppgave, prosess, eller arbeidsflyt, eller for å utheve bevegelse eller retning. Nivå 1-tekst vises i en pilfigur mens Nivå 2-tekst vises under pilfigurene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DFBB03A1-C24F-4AEB-9DD5-D5017ED06F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59CB5780-3D57-4E6A-BC9A-0C96CD0512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7A5BD13-B586-48DE-B4E1-5EF3C3608684}" type="datetime1">
              <a:rPr lang="nb-NO" smtClean="0"/>
              <a:t>22.01.2026</a:t>
            </a:fld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AC363907-A416-496F-891A-9B09D46C50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0E4685EE-62FF-4BE0-9742-02426CC68A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AC5FDE1-B145-40CB-B667-FBD1AC713BA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565114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nb-NO" noProof="0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21A49-E4BF-40A5-9C0A-07F21D6EB75D}" type="datetime1">
              <a:rPr lang="nb-NO" smtClean="0"/>
              <a:pPr/>
              <a:t>22.01.2026</a:t>
            </a:fld>
            <a:endParaRPr lang="nb-NO" dirty="0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nb-NO" noProof="0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nb-NO" noProof="0"/>
              <a:t>Klikk for å redigere tekststiler i malen</a:t>
            </a:r>
          </a:p>
          <a:p>
            <a:pPr lvl="1" rtl="0"/>
            <a:r>
              <a:rPr lang="nb-NO" noProof="0"/>
              <a:t>Andre nivå</a:t>
            </a:r>
          </a:p>
          <a:p>
            <a:pPr lvl="2" rtl="0"/>
            <a:r>
              <a:rPr lang="nb-NO" noProof="0"/>
              <a:t>Tredje nivå</a:t>
            </a:r>
          </a:p>
          <a:p>
            <a:pPr lvl="3" rtl="0"/>
            <a:r>
              <a:rPr lang="nb-NO" noProof="0"/>
              <a:t>Fjerde nivå</a:t>
            </a:r>
          </a:p>
          <a:p>
            <a:pPr lvl="4" rtl="0"/>
            <a:r>
              <a:rPr lang="nb-NO" noProof="0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nb-NO" noProof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C5C198C-F94F-45D5-B9E3-B6FFB8BCAC79}" type="slidenum">
              <a:rPr lang="nb-NO" noProof="0" smtClean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34940005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C5C198C-F94F-45D5-B9E3-B6FFB8BCAC79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2912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C5C198C-F94F-45D5-B9E3-B6FFB8BCAC79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40554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ktangel 8">
            <a:extLst>
              <a:ext uri="{FF2B5EF4-FFF2-40B4-BE49-F238E27FC236}">
                <a16:creationId xmlns:a16="http://schemas.microsoft.com/office/drawing/2014/main" id="{DAE96E83-048C-4132-9ABC-E5A0C22D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 useBgFill="1">
        <p:nvSpPr>
          <p:cNvPr id="11" name="Rektangel 10">
            <a:extLst>
              <a:ext uri="{FF2B5EF4-FFF2-40B4-BE49-F238E27FC236}">
                <a16:creationId xmlns:a16="http://schemas.microsoft.com/office/drawing/2014/main" id="{3E498F49-BE12-4A88-909F-4B988B236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 useBgFill="1">
        <p:nvSpPr>
          <p:cNvPr id="13" name="Rektangel 12">
            <a:extLst>
              <a:ext uri="{FF2B5EF4-FFF2-40B4-BE49-F238E27FC236}">
                <a16:creationId xmlns:a16="http://schemas.microsoft.com/office/drawing/2014/main" id="{B60267AE-9C0D-4634-B312-C6DD54710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41003" y="640080"/>
            <a:ext cx="6111585" cy="5577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4BECD51-9119-4996-B4FC-2AD432164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7594" y="1328058"/>
            <a:ext cx="5096630" cy="3378338"/>
          </a:xfrm>
        </p:spPr>
        <p:txBody>
          <a:bodyPr rtlCol="0" anchor="b">
            <a:normAutofit/>
          </a:bodyPr>
          <a:lstStyle>
            <a:lvl1pPr>
              <a:defRPr sz="5400" baseline="0"/>
            </a:lvl1pPr>
          </a:lstStyle>
          <a:p>
            <a:pPr rtl="0"/>
            <a:r>
              <a:rPr lang="nb-NO" noProof="0"/>
              <a:t>Klikk for å legge til tittel</a:t>
            </a:r>
          </a:p>
        </p:txBody>
      </p:sp>
      <p:sp>
        <p:nvSpPr>
          <p:cNvPr id="20" name="Plassholder for bilde 18">
            <a:extLst>
              <a:ext uri="{FF2B5EF4-FFF2-40B4-BE49-F238E27FC236}">
                <a16:creationId xmlns:a16="http://schemas.microsoft.com/office/drawing/2014/main" id="{956F6DB6-D6E1-4A50-9114-8601DF9421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9763" y="635000"/>
            <a:ext cx="4800600" cy="5578475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26" name="Plassholder for tekst 24">
            <a:extLst>
              <a:ext uri="{FF2B5EF4-FFF2-40B4-BE49-F238E27FC236}">
                <a16:creationId xmlns:a16="http://schemas.microsoft.com/office/drawing/2014/main" id="{5381B5BB-CEA3-436C-8A43-C3C4889F11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48480" y="4668045"/>
            <a:ext cx="5096630" cy="1000125"/>
          </a:xfrm>
        </p:spPr>
        <p:txBody>
          <a:bodyPr rtlCol="0">
            <a:noAutofit/>
          </a:bodyPr>
          <a:lstStyle>
            <a:lvl1pPr>
              <a:defRPr sz="2400" b="0" cap="all" spc="600" baseline="0"/>
            </a:lvl1pPr>
          </a:lstStyle>
          <a:p>
            <a:pPr lvl="0" rtl="0"/>
            <a:r>
              <a:rPr lang="nb-NO" noProof="0"/>
              <a:t>Klikk for å legge til undertittel</a:t>
            </a:r>
          </a:p>
        </p:txBody>
      </p:sp>
    </p:spTree>
    <p:extLst>
      <p:ext uri="{BB962C8B-B14F-4D97-AF65-F5344CB8AC3E}">
        <p14:creationId xmlns:p14="http://schemas.microsoft.com/office/powerpoint/2010/main" val="385144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0FFFAE35-BD0D-4D19-892D-36475DD52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63656" y="0"/>
            <a:ext cx="8128343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22" name="Plassholder for bilde 18">
            <a:extLst>
              <a:ext uri="{FF2B5EF4-FFF2-40B4-BE49-F238E27FC236}">
                <a16:creationId xmlns:a16="http://schemas.microsoft.com/office/drawing/2014/main" id="{FE2031E3-F975-4AFF-B76E-6BB46A2D348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90671" y="0"/>
            <a:ext cx="3000249" cy="3382963"/>
          </a:xfrm>
          <a:custGeom>
            <a:avLst/>
            <a:gdLst>
              <a:gd name="connsiteX0" fmla="*/ 0 w 2999232"/>
              <a:gd name="connsiteY0" fmla="*/ 0 h 3382963"/>
              <a:gd name="connsiteX1" fmla="*/ 2999232 w 2999232"/>
              <a:gd name="connsiteY1" fmla="*/ 0 h 3382963"/>
              <a:gd name="connsiteX2" fmla="*/ 2999232 w 2999232"/>
              <a:gd name="connsiteY2" fmla="*/ 3382963 h 3382963"/>
              <a:gd name="connsiteX3" fmla="*/ 0 w 2999232"/>
              <a:gd name="connsiteY3" fmla="*/ 3382963 h 3382963"/>
              <a:gd name="connsiteX4" fmla="*/ 0 w 2999232"/>
              <a:gd name="connsiteY4" fmla="*/ 0 h 3382963"/>
              <a:gd name="connsiteX0" fmla="*/ 0 w 2999232"/>
              <a:gd name="connsiteY0" fmla="*/ 0 h 3382963"/>
              <a:gd name="connsiteX1" fmla="*/ 968249 w 2999232"/>
              <a:gd name="connsiteY1" fmla="*/ 0 h 3382963"/>
              <a:gd name="connsiteX2" fmla="*/ 2999232 w 2999232"/>
              <a:gd name="connsiteY2" fmla="*/ 0 h 3382963"/>
              <a:gd name="connsiteX3" fmla="*/ 2999232 w 2999232"/>
              <a:gd name="connsiteY3" fmla="*/ 3382963 h 3382963"/>
              <a:gd name="connsiteX4" fmla="*/ 0 w 2999232"/>
              <a:gd name="connsiteY4" fmla="*/ 3382963 h 3382963"/>
              <a:gd name="connsiteX5" fmla="*/ 0 w 2999232"/>
              <a:gd name="connsiteY5" fmla="*/ 0 h 3382963"/>
              <a:gd name="connsiteX0" fmla="*/ 0 w 3000249"/>
              <a:gd name="connsiteY0" fmla="*/ 0 h 3382963"/>
              <a:gd name="connsiteX1" fmla="*/ 968249 w 3000249"/>
              <a:gd name="connsiteY1" fmla="*/ 0 h 3382963"/>
              <a:gd name="connsiteX2" fmla="*/ 2999232 w 3000249"/>
              <a:gd name="connsiteY2" fmla="*/ 0 h 3382963"/>
              <a:gd name="connsiteX3" fmla="*/ 3000249 w 3000249"/>
              <a:gd name="connsiteY3" fmla="*/ 274320 h 3382963"/>
              <a:gd name="connsiteX4" fmla="*/ 2999232 w 3000249"/>
              <a:gd name="connsiteY4" fmla="*/ 3382963 h 3382963"/>
              <a:gd name="connsiteX5" fmla="*/ 0 w 3000249"/>
              <a:gd name="connsiteY5" fmla="*/ 3382963 h 3382963"/>
              <a:gd name="connsiteX6" fmla="*/ 0 w 3000249"/>
              <a:gd name="connsiteY6" fmla="*/ 0 h 3382963"/>
              <a:gd name="connsiteX0" fmla="*/ 0 w 3000249"/>
              <a:gd name="connsiteY0" fmla="*/ 0 h 3382963"/>
              <a:gd name="connsiteX1" fmla="*/ 968249 w 3000249"/>
              <a:gd name="connsiteY1" fmla="*/ 0 h 3382963"/>
              <a:gd name="connsiteX2" fmla="*/ 967232 w 3000249"/>
              <a:gd name="connsiteY2" fmla="*/ 274320 h 3382963"/>
              <a:gd name="connsiteX3" fmla="*/ 3000249 w 3000249"/>
              <a:gd name="connsiteY3" fmla="*/ 274320 h 3382963"/>
              <a:gd name="connsiteX4" fmla="*/ 2999232 w 3000249"/>
              <a:gd name="connsiteY4" fmla="*/ 3382963 h 3382963"/>
              <a:gd name="connsiteX5" fmla="*/ 0 w 3000249"/>
              <a:gd name="connsiteY5" fmla="*/ 3382963 h 3382963"/>
              <a:gd name="connsiteX6" fmla="*/ 0 w 3000249"/>
              <a:gd name="connsiteY6" fmla="*/ 0 h 3382963"/>
              <a:gd name="connsiteX0" fmla="*/ 0 w 3000249"/>
              <a:gd name="connsiteY0" fmla="*/ 0 h 3382963"/>
              <a:gd name="connsiteX1" fmla="*/ 968249 w 3000249"/>
              <a:gd name="connsiteY1" fmla="*/ 0 h 3382963"/>
              <a:gd name="connsiteX2" fmla="*/ 967232 w 3000249"/>
              <a:gd name="connsiteY2" fmla="*/ 274320 h 3382963"/>
              <a:gd name="connsiteX3" fmla="*/ 3000249 w 3000249"/>
              <a:gd name="connsiteY3" fmla="*/ 284480 h 3382963"/>
              <a:gd name="connsiteX4" fmla="*/ 2999232 w 3000249"/>
              <a:gd name="connsiteY4" fmla="*/ 3382963 h 3382963"/>
              <a:gd name="connsiteX5" fmla="*/ 0 w 3000249"/>
              <a:gd name="connsiteY5" fmla="*/ 3382963 h 3382963"/>
              <a:gd name="connsiteX6" fmla="*/ 0 w 3000249"/>
              <a:gd name="connsiteY6" fmla="*/ 0 h 3382963"/>
              <a:gd name="connsiteX0" fmla="*/ 0 w 3000249"/>
              <a:gd name="connsiteY0" fmla="*/ 0 h 3382963"/>
              <a:gd name="connsiteX1" fmla="*/ 968249 w 3000249"/>
              <a:gd name="connsiteY1" fmla="*/ 0 h 3382963"/>
              <a:gd name="connsiteX2" fmla="*/ 951992 w 3000249"/>
              <a:gd name="connsiteY2" fmla="*/ 284480 h 3382963"/>
              <a:gd name="connsiteX3" fmla="*/ 3000249 w 3000249"/>
              <a:gd name="connsiteY3" fmla="*/ 284480 h 3382963"/>
              <a:gd name="connsiteX4" fmla="*/ 2999232 w 3000249"/>
              <a:gd name="connsiteY4" fmla="*/ 3382963 h 3382963"/>
              <a:gd name="connsiteX5" fmla="*/ 0 w 3000249"/>
              <a:gd name="connsiteY5" fmla="*/ 3382963 h 3382963"/>
              <a:gd name="connsiteX6" fmla="*/ 0 w 3000249"/>
              <a:gd name="connsiteY6" fmla="*/ 0 h 3382963"/>
              <a:gd name="connsiteX0" fmla="*/ 0 w 3000249"/>
              <a:gd name="connsiteY0" fmla="*/ 0 h 3382963"/>
              <a:gd name="connsiteX1" fmla="*/ 968249 w 3000249"/>
              <a:gd name="connsiteY1" fmla="*/ 0 h 3382963"/>
              <a:gd name="connsiteX2" fmla="*/ 967232 w 3000249"/>
              <a:gd name="connsiteY2" fmla="*/ 284480 h 3382963"/>
              <a:gd name="connsiteX3" fmla="*/ 3000249 w 3000249"/>
              <a:gd name="connsiteY3" fmla="*/ 284480 h 3382963"/>
              <a:gd name="connsiteX4" fmla="*/ 2999232 w 3000249"/>
              <a:gd name="connsiteY4" fmla="*/ 3382963 h 3382963"/>
              <a:gd name="connsiteX5" fmla="*/ 0 w 3000249"/>
              <a:gd name="connsiteY5" fmla="*/ 3382963 h 3382963"/>
              <a:gd name="connsiteX6" fmla="*/ 0 w 3000249"/>
              <a:gd name="connsiteY6" fmla="*/ 0 h 338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0249" h="3382963">
                <a:moveTo>
                  <a:pt x="0" y="0"/>
                </a:moveTo>
                <a:lnTo>
                  <a:pt x="968249" y="0"/>
                </a:lnTo>
                <a:lnTo>
                  <a:pt x="967232" y="284480"/>
                </a:lnTo>
                <a:lnTo>
                  <a:pt x="3000249" y="284480"/>
                </a:lnTo>
                <a:lnTo>
                  <a:pt x="2999232" y="3382963"/>
                </a:lnTo>
                <a:lnTo>
                  <a:pt x="0" y="3382963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12" name="Tittel 1">
            <a:extLst>
              <a:ext uri="{FF2B5EF4-FFF2-40B4-BE49-F238E27FC236}">
                <a16:creationId xmlns:a16="http://schemas.microsoft.com/office/drawing/2014/main" id="{F7610101-4EEB-48DF-A41F-DA38D737F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656" y="279792"/>
            <a:ext cx="7777824" cy="986304"/>
          </a:xfrm>
          <a:solidFill>
            <a:schemeClr val="bg2">
              <a:lumMod val="75000"/>
            </a:schemeClr>
          </a:solidFill>
        </p:spPr>
        <p:txBody>
          <a:bodyPr rtlCol="0"/>
          <a:lstStyle>
            <a:lvl1pPr marL="274320">
              <a:defRPr/>
            </a:lvl1pPr>
          </a:lstStyle>
          <a:p>
            <a:pPr rtl="0"/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21" name="Plassholder for bilde 18">
            <a:extLst>
              <a:ext uri="{FF2B5EF4-FFF2-40B4-BE49-F238E27FC236}">
                <a16:creationId xmlns:a16="http://schemas.microsoft.com/office/drawing/2014/main" id="{564E749E-B27D-45B4-8E7A-53D8460AAC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2997708" cy="3382963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25" name="Plassholder for bilde 23">
            <a:extLst>
              <a:ext uri="{FF2B5EF4-FFF2-40B4-BE49-F238E27FC236}">
                <a16:creationId xmlns:a16="http://schemas.microsoft.com/office/drawing/2014/main" id="{C8DE9984-911D-42E6-9467-9F53414894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475038"/>
            <a:ext cx="6096000" cy="3382962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14" name="Plassholder for innhold 2">
            <a:extLst>
              <a:ext uri="{FF2B5EF4-FFF2-40B4-BE49-F238E27FC236}">
                <a16:creationId xmlns:a16="http://schemas.microsoft.com/office/drawing/2014/main" id="{1F2F1F63-2333-48C5-BEEE-7FFCA1436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5147" y="1639615"/>
            <a:ext cx="4817441" cy="4537348"/>
          </a:xfrm>
        </p:spPr>
        <p:txBody>
          <a:bodyPr rtlCol="0"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Plassholder for bunntekst 7">
            <a:extLst>
              <a:ext uri="{FF2B5EF4-FFF2-40B4-BE49-F238E27FC236}">
                <a16:creationId xmlns:a16="http://schemas.microsoft.com/office/drawing/2014/main" id="{AF26E33C-9416-4C43-8695-B043D6960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nb-NO" noProof="0"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t>Presentasjonstittel</a:t>
            </a:r>
          </a:p>
        </p:txBody>
      </p:sp>
      <p:sp>
        <p:nvSpPr>
          <p:cNvPr id="16" name="Plassholder for dato 3">
            <a:extLst>
              <a:ext uri="{FF2B5EF4-FFF2-40B4-BE49-F238E27FC236}">
                <a16:creationId xmlns:a16="http://schemas.microsoft.com/office/drawing/2014/main" id="{EDD9F57F-0928-48ED-8CF9-CC5AC1BD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nb-NO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7" name="Plassholder for lysbildenummer 9">
            <a:extLst>
              <a:ext uri="{FF2B5EF4-FFF2-40B4-BE49-F238E27FC236}">
                <a16:creationId xmlns:a16="http://schemas.microsoft.com/office/drawing/2014/main" id="{B7E4E7CA-F2D2-4B67-92FE-3DCE5AB2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409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nled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B75FAC41-B90D-4384-8484-175667AF8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BF220C6F-8D05-41B5-9727-E041D5B9C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51621" y="1568357"/>
            <a:ext cx="6240379" cy="372128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0" name="Tittel 1">
            <a:extLst>
              <a:ext uri="{FF2B5EF4-FFF2-40B4-BE49-F238E27FC236}">
                <a16:creationId xmlns:a16="http://schemas.microsoft.com/office/drawing/2014/main" id="{B9A692DB-BC6A-43D5-BAE7-1E8AE1490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808" y="1758950"/>
            <a:ext cx="5137112" cy="673405"/>
          </a:xfrm>
        </p:spPr>
        <p:txBody>
          <a:bodyPr rtlCol="0">
            <a:normAutofit/>
          </a:bodyPr>
          <a:lstStyle/>
          <a:p>
            <a:pPr rtl="0">
              <a:lnSpc>
                <a:spcPct val="120000"/>
              </a:lnSpc>
            </a:pPr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20" name="Plassholder for bilde 17">
            <a:extLst>
              <a:ext uri="{FF2B5EF4-FFF2-40B4-BE49-F238E27FC236}">
                <a16:creationId xmlns:a16="http://schemas.microsoft.com/office/drawing/2014/main" id="{9B631067-0981-46B9-BB6F-484741846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9763" y="642938"/>
            <a:ext cx="4814887" cy="26670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21" name="Plassholder for bilde 17">
            <a:extLst>
              <a:ext uri="{FF2B5EF4-FFF2-40B4-BE49-F238E27FC236}">
                <a16:creationId xmlns:a16="http://schemas.microsoft.com/office/drawing/2014/main" id="{7984968B-9811-4180-8D8E-0619C9D3BF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412" y="3631470"/>
            <a:ext cx="4814887" cy="2562738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23" name="Plassholder for tekst 22">
            <a:extLst>
              <a:ext uri="{FF2B5EF4-FFF2-40B4-BE49-F238E27FC236}">
                <a16:creationId xmlns:a16="http://schemas.microsoft.com/office/drawing/2014/main" id="{B503D483-6082-4C3B-A4C5-0ACE669834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82241" y="2365374"/>
            <a:ext cx="5136671" cy="2635251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nb-NO" noProof="0"/>
              <a:t>Klikk for å legge til tekst</a:t>
            </a:r>
          </a:p>
        </p:txBody>
      </p:sp>
      <p:sp>
        <p:nvSpPr>
          <p:cNvPr id="14" name="Plassholder for bunntekst 5">
            <a:extLst>
              <a:ext uri="{FF2B5EF4-FFF2-40B4-BE49-F238E27FC236}">
                <a16:creationId xmlns:a16="http://schemas.microsoft.com/office/drawing/2014/main" id="{CB94B83C-8B92-4303-A841-0D5ED386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nb-NO" noProof="0"/>
              <a:t>Presentasjonstittel</a:t>
            </a:r>
          </a:p>
        </p:txBody>
      </p:sp>
      <p:sp>
        <p:nvSpPr>
          <p:cNvPr id="15" name="Plassholder for dato 3">
            <a:extLst>
              <a:ext uri="{FF2B5EF4-FFF2-40B4-BE49-F238E27FC236}">
                <a16:creationId xmlns:a16="http://schemas.microsoft.com/office/drawing/2014/main" id="{FB204443-B45C-4C1E-8601-4AD0359A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nb-NO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6" name="Plassholder for lysbildenummer 8">
            <a:extLst>
              <a:ext uri="{FF2B5EF4-FFF2-40B4-BE49-F238E27FC236}">
                <a16:creationId xmlns:a16="http://schemas.microsoft.com/office/drawing/2014/main" id="{125F2A8A-5D48-4A14-B0A6-52E55D3E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795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ndelingssk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ssholder for bilde 17">
            <a:extLst>
              <a:ext uri="{FF2B5EF4-FFF2-40B4-BE49-F238E27FC236}">
                <a16:creationId xmlns:a16="http://schemas.microsoft.com/office/drawing/2014/main" id="{620C2886-3E99-43F7-A045-F15053959C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413" y="0"/>
            <a:ext cx="6094412" cy="6854825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3D67587-8C0C-40DB-88B2-2CAC45DBF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14400"/>
            <a:ext cx="6094477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2" name="Tittel 1">
            <a:extLst>
              <a:ext uri="{FF2B5EF4-FFF2-40B4-BE49-F238E27FC236}">
                <a16:creationId xmlns:a16="http://schemas.microsoft.com/office/drawing/2014/main" id="{E11B7BFF-DF61-4F7F-BC0C-A774104FF4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1774" y="2814975"/>
            <a:ext cx="6769706" cy="1910972"/>
          </a:xfrm>
          <a:solidFill>
            <a:schemeClr val="tx2"/>
          </a:solidFill>
        </p:spPr>
        <p:txBody>
          <a:bodyPr rtlCol="0" anchor="b">
            <a:noAutofit/>
          </a:bodyPr>
          <a:lstStyle>
            <a:lvl1pPr marL="182880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nb-NO" noProof="0">
                <a:solidFill>
                  <a:schemeClr val="bg1"/>
                </a:solidFill>
              </a:rPr>
              <a:t>Klikk for å legge til tittel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3D0F1B1-D8F9-42A3-B0C7-AADC53D8F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000" y="4657726"/>
            <a:ext cx="6769100" cy="731838"/>
          </a:xfrm>
          <a:solidFill>
            <a:schemeClr val="tx2"/>
          </a:solidFill>
        </p:spPr>
        <p:txBody>
          <a:bodyPr rtlCol="0">
            <a:noAutofit/>
          </a:bodyPr>
          <a:lstStyle>
            <a:lvl1pPr marL="228600">
              <a:defRPr sz="1500" cap="all" spc="600" baseline="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5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nb-NO" noProof="0"/>
              <a:t>KLIKK FOR Å LEGGE TIL UNDERTITTEL</a:t>
            </a:r>
          </a:p>
        </p:txBody>
      </p:sp>
    </p:spTree>
    <p:extLst>
      <p:ext uri="{BB962C8B-B14F-4D97-AF65-F5344CB8AC3E}">
        <p14:creationId xmlns:p14="http://schemas.microsoft.com/office/powerpoint/2010/main" val="246285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tel 1">
            <a:extLst>
              <a:ext uri="{FF2B5EF4-FFF2-40B4-BE49-F238E27FC236}">
                <a16:creationId xmlns:a16="http://schemas.microsoft.com/office/drawing/2014/main" id="{707196B1-3970-4386-8D54-A2067BA84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17" name="Plassholder for bunntekst 14">
            <a:extLst>
              <a:ext uri="{FF2B5EF4-FFF2-40B4-BE49-F238E27FC236}">
                <a16:creationId xmlns:a16="http://schemas.microsoft.com/office/drawing/2014/main" id="{9535C1B1-EA9A-48AD-AB3B-00E7FEE05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nb-NO" noProof="0"/>
              <a:t>Presentasjonstittel</a:t>
            </a:r>
          </a:p>
        </p:txBody>
      </p:sp>
      <p:sp>
        <p:nvSpPr>
          <p:cNvPr id="18" name="Plassholder for dato 12">
            <a:extLst>
              <a:ext uri="{FF2B5EF4-FFF2-40B4-BE49-F238E27FC236}">
                <a16:creationId xmlns:a16="http://schemas.microsoft.com/office/drawing/2014/main" id="{E334D19F-C91E-4007-9C85-89B0645F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nb-NO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9" name="Plassholder for lysbildenummer 15">
            <a:extLst>
              <a:ext uri="{FF2B5EF4-FFF2-40B4-BE49-F238E27FC236}">
                <a16:creationId xmlns:a16="http://schemas.microsoft.com/office/drawing/2014/main" id="{00B1B695-CA8C-4B38-8D25-4E56BD07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19E4B01-1489-40C5-B290-E42D974C10E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7987" y="1735958"/>
            <a:ext cx="10318036" cy="4276220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nb-NO" noProof="0"/>
              <a:t>Klikk for å legge til innhold</a:t>
            </a:r>
          </a:p>
        </p:txBody>
      </p:sp>
    </p:spTree>
    <p:extLst>
      <p:ext uri="{BB962C8B-B14F-4D97-AF65-F5344CB8AC3E}">
        <p14:creationId xmlns:p14="http://schemas.microsoft.com/office/powerpoint/2010/main" val="2637976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7A29640D-9D66-4252-AF26-226B9EF38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72F585F-809A-43CB-A46F-35690087203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5875" y="2066925"/>
            <a:ext cx="9610725" cy="3630613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nb-NO" noProof="0"/>
              <a:t>Klikk for å legge til innhold</a:t>
            </a:r>
          </a:p>
        </p:txBody>
      </p:sp>
      <p:sp>
        <p:nvSpPr>
          <p:cNvPr id="10" name="Plassholder for bunntekst 14">
            <a:extLst>
              <a:ext uri="{FF2B5EF4-FFF2-40B4-BE49-F238E27FC236}">
                <a16:creationId xmlns:a16="http://schemas.microsoft.com/office/drawing/2014/main" id="{1F196FCF-777C-4746-AFAA-ECE173A0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nb-NO" noProof="0"/>
              <a:t>Presentasjonstittel</a:t>
            </a:r>
          </a:p>
        </p:txBody>
      </p:sp>
      <p:sp>
        <p:nvSpPr>
          <p:cNvPr id="11" name="Plassholder for dato 12">
            <a:extLst>
              <a:ext uri="{FF2B5EF4-FFF2-40B4-BE49-F238E27FC236}">
                <a16:creationId xmlns:a16="http://schemas.microsoft.com/office/drawing/2014/main" id="{71EA376C-2DC1-4B5D-9628-4A223AA3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nb-NO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2" name="Plassholder for lysbildenummer 15">
            <a:extLst>
              <a:ext uri="{FF2B5EF4-FFF2-40B4-BE49-F238E27FC236}">
                <a16:creationId xmlns:a16="http://schemas.microsoft.com/office/drawing/2014/main" id="{CCEC0CD5-B86D-4E13-B3A9-9D3B0CB1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764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F3E07EFA-7299-44A6-85FB-04EC9B553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F43A4CB2-29F8-49C3-8735-106975893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51621" y="1803214"/>
            <a:ext cx="6240379" cy="32528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9" name="Tittel 1">
            <a:extLst>
              <a:ext uri="{FF2B5EF4-FFF2-40B4-BE49-F238E27FC236}">
                <a16:creationId xmlns:a16="http://schemas.microsoft.com/office/drawing/2014/main" id="{02574195-3DF9-438B-B8AC-0F2029352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1332" y="2025650"/>
            <a:ext cx="5058209" cy="2355732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>
              <a:lnSpc>
                <a:spcPct val="120000"/>
              </a:lnSpc>
            </a:pPr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16" name="Plassholder for bilde 14">
            <a:extLst>
              <a:ext uri="{FF2B5EF4-FFF2-40B4-BE49-F238E27FC236}">
                <a16:creationId xmlns:a16="http://schemas.microsoft.com/office/drawing/2014/main" id="{57FAF158-BFC1-43C2-A23B-B93DEFAE3AB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925" y="0"/>
            <a:ext cx="5408613" cy="68580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10" name="Plassholder for innhold 2">
            <a:extLst>
              <a:ext uri="{FF2B5EF4-FFF2-40B4-BE49-F238E27FC236}">
                <a16:creationId xmlns:a16="http://schemas.microsoft.com/office/drawing/2014/main" id="{DB1025F5-5E2A-47DC-9E1F-F31EE7629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857" y="4381382"/>
            <a:ext cx="5058209" cy="395405"/>
          </a:xfrm>
        </p:spPr>
        <p:txBody>
          <a:bodyPr rtlCol="0" anchor="t"/>
          <a:lstStyle>
            <a:lvl1pPr>
              <a:defRPr b="0" cap="all" spc="600" baseline="0"/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Plassholder for bunntekst 14">
            <a:extLst>
              <a:ext uri="{FF2B5EF4-FFF2-40B4-BE49-F238E27FC236}">
                <a16:creationId xmlns:a16="http://schemas.microsoft.com/office/drawing/2014/main" id="{9F00502A-31A8-40B1-8042-91BBF646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nb-NO" noProof="0"/>
              <a:t>Presentasjonstittel</a:t>
            </a:r>
          </a:p>
        </p:txBody>
      </p:sp>
      <p:sp>
        <p:nvSpPr>
          <p:cNvPr id="12" name="Plassholder for dato 13">
            <a:extLst>
              <a:ext uri="{FF2B5EF4-FFF2-40B4-BE49-F238E27FC236}">
                <a16:creationId xmlns:a16="http://schemas.microsoft.com/office/drawing/2014/main" id="{1F0D82E2-6CDC-41FA-9FBD-29B1696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nb-NO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3" name="Plassholder for lysbildenummer 15">
            <a:extLst>
              <a:ext uri="{FF2B5EF4-FFF2-40B4-BE49-F238E27FC236}">
                <a16:creationId xmlns:a16="http://schemas.microsoft.com/office/drawing/2014/main" id="{85DE54ED-1D6A-4185-BC18-EB63BF4B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1906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98FC1626-6E5A-4321-B003-2ECADA2C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3955D66E-614C-4554-AD07-DBF50786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905" y="1633493"/>
            <a:ext cx="12192000" cy="52245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4FC25CFF-3341-490E-864B-9EE585E7D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70" y="1641780"/>
            <a:ext cx="12192000" cy="52245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2" name="Plassholder for bunntekst 14">
            <a:extLst>
              <a:ext uri="{FF2B5EF4-FFF2-40B4-BE49-F238E27FC236}">
                <a16:creationId xmlns:a16="http://schemas.microsoft.com/office/drawing/2014/main" id="{1A47F1BE-C6F0-4B08-A876-3ACB9A16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b="0" i="0" u="none" strike="noStrike" kern="1200" cap="none" spc="0" normalizeH="0" noProof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t>Presentasjonstittel</a:t>
            </a:r>
          </a:p>
        </p:txBody>
      </p:sp>
      <p:sp>
        <p:nvSpPr>
          <p:cNvPr id="13" name="Plassholder for dato 12">
            <a:extLst>
              <a:ext uri="{FF2B5EF4-FFF2-40B4-BE49-F238E27FC236}">
                <a16:creationId xmlns:a16="http://schemas.microsoft.com/office/drawing/2014/main" id="{EB34F470-EFAB-4873-9AF2-800F831748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nb-NO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4" name="Plassholder for lysbildenummer 15">
            <a:extLst>
              <a:ext uri="{FF2B5EF4-FFF2-40B4-BE49-F238E27FC236}">
                <a16:creationId xmlns:a16="http://schemas.microsoft.com/office/drawing/2014/main" id="{FCAA1492-8926-496A-9DE4-45E13BA7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2F48288-2CF3-456E-8691-5772D99F82B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8236" y="1887311"/>
            <a:ext cx="11395528" cy="4343400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nb-NO" noProof="0"/>
              <a:t>Klikk for å redigere legg til innhold</a:t>
            </a:r>
          </a:p>
        </p:txBody>
      </p:sp>
    </p:spTree>
    <p:extLst>
      <p:ext uri="{BB962C8B-B14F-4D97-AF65-F5344CB8AC3E}">
        <p14:creationId xmlns:p14="http://schemas.microsoft.com/office/powerpoint/2010/main" val="3989789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dsli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F1D1103D-8943-46F2-B18E-36FF38CA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902D366-4C48-4324-8771-8F9E7BECD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905" y="1633493"/>
            <a:ext cx="12192000" cy="52245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B139FB3E-2A6A-4BE8-9D79-47B91471C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370" y="1641780"/>
            <a:ext cx="12192000" cy="52245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1" name="Plassholder for bunntekst 14">
            <a:extLst>
              <a:ext uri="{FF2B5EF4-FFF2-40B4-BE49-F238E27FC236}">
                <a16:creationId xmlns:a16="http://schemas.microsoft.com/office/drawing/2014/main" id="{7E3BBCB1-5D3D-4802-A48D-5D6A7BA5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b="0" i="0" u="none" strike="noStrike" kern="1200" cap="none" spc="0" normalizeH="0" noProof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t>Presentasjonstittel</a:t>
            </a:r>
          </a:p>
        </p:txBody>
      </p:sp>
      <p:sp>
        <p:nvSpPr>
          <p:cNvPr id="12" name="Plassholder for dato 12">
            <a:extLst>
              <a:ext uri="{FF2B5EF4-FFF2-40B4-BE49-F238E27FC236}">
                <a16:creationId xmlns:a16="http://schemas.microsoft.com/office/drawing/2014/main" id="{AE90937E-33CA-4432-A147-746EBB9E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nb-NO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3" name="Plassholder for lysbildenummer 15">
            <a:extLst>
              <a:ext uri="{FF2B5EF4-FFF2-40B4-BE49-F238E27FC236}">
                <a16:creationId xmlns:a16="http://schemas.microsoft.com/office/drawing/2014/main" id="{CECD9BDC-A2A2-40A0-8DAD-4C56EBE1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C4E3704-0282-421F-BA62-C1A7E0B072E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619250"/>
            <a:ext cx="10515600" cy="4848225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nb-NO" noProof="0"/>
              <a:t>Klikk for å legge til innhold</a:t>
            </a:r>
          </a:p>
        </p:txBody>
      </p:sp>
    </p:spTree>
    <p:extLst>
      <p:ext uri="{BB962C8B-B14F-4D97-AF65-F5344CB8AC3E}">
        <p14:creationId xmlns:p14="http://schemas.microsoft.com/office/powerpoint/2010/main" val="65257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nhold 2 k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D8B16675-8FAE-4CCE-870E-B08D5FEC0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14399"/>
            <a:ext cx="12192000" cy="5305425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F2B58518-7725-4310-9D89-9253D668F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1" name="Tittel 1">
            <a:extLst>
              <a:ext uri="{FF2B5EF4-FFF2-40B4-BE49-F238E27FC236}">
                <a16:creationId xmlns:a16="http://schemas.microsoft.com/office/drawing/2014/main" id="{4955907E-5B49-47DA-BB56-B8388484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</p:spPr>
        <p:txBody>
          <a:bodyPr rtlCol="0">
            <a:normAutofit/>
          </a:bodyPr>
          <a:lstStyle>
            <a:lvl1pPr>
              <a:defRPr spc="150" baseline="0">
                <a:solidFill>
                  <a:schemeClr val="bg1"/>
                </a:solidFill>
              </a:defRPr>
            </a:lvl1pPr>
          </a:lstStyle>
          <a:p>
            <a:pPr rtl="0">
              <a:lnSpc>
                <a:spcPct val="120000"/>
              </a:lnSpc>
            </a:pPr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18" name="Plassholder for innhold 2">
            <a:extLst>
              <a:ext uri="{FF2B5EF4-FFF2-40B4-BE49-F238E27FC236}">
                <a16:creationId xmlns:a16="http://schemas.microsoft.com/office/drawing/2014/main" id="{451961C9-4342-4735-9F69-30FC4EE60D8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10884" y="1481580"/>
            <a:ext cx="4727735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2000" b="1" spc="150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nb-NO" noProof="0"/>
              <a:t>Klikk for å legge til undertittel</a:t>
            </a:r>
          </a:p>
        </p:txBody>
      </p:sp>
      <p:sp>
        <p:nvSpPr>
          <p:cNvPr id="16" name="Plassholder for innhold 2">
            <a:extLst>
              <a:ext uri="{FF2B5EF4-FFF2-40B4-BE49-F238E27FC236}">
                <a16:creationId xmlns:a16="http://schemas.microsoft.com/office/drawing/2014/main" id="{3A75FE27-57B7-4D26-BF6D-E63BF9CB13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0884" y="2069955"/>
            <a:ext cx="4727735" cy="3873646"/>
          </a:xfrm>
        </p:spPr>
        <p:txBody>
          <a:bodyPr rtlCol="0" anchor="t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500" b="1" spc="150" baseline="0"/>
            </a:lvl1pPr>
          </a:lstStyle>
          <a:p>
            <a:pPr rtl="0"/>
            <a:r>
              <a:rPr lang="nb-NO" noProof="0"/>
              <a:t> Klikk for å legge til tekst</a:t>
            </a:r>
          </a:p>
        </p:txBody>
      </p:sp>
      <p:sp>
        <p:nvSpPr>
          <p:cNvPr id="19" name="Plassholder for innhold 2">
            <a:extLst>
              <a:ext uri="{FF2B5EF4-FFF2-40B4-BE49-F238E27FC236}">
                <a16:creationId xmlns:a16="http://schemas.microsoft.com/office/drawing/2014/main" id="{9516EBD4-3BCF-4167-9401-08DF67EF59C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57949" y="1481579"/>
            <a:ext cx="4727735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2000" b="1" spc="150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nb-NO" noProof="0"/>
              <a:t>Klikk for å legge til undertittel</a:t>
            </a:r>
          </a:p>
        </p:txBody>
      </p:sp>
      <p:sp>
        <p:nvSpPr>
          <p:cNvPr id="17" name="Plassholder for innhold 2">
            <a:extLst>
              <a:ext uri="{FF2B5EF4-FFF2-40B4-BE49-F238E27FC236}">
                <a16:creationId xmlns:a16="http://schemas.microsoft.com/office/drawing/2014/main" id="{85A32EF6-47B8-4B22-99CB-D1B4F6B4B62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57949" y="2069955"/>
            <a:ext cx="4727735" cy="3873646"/>
          </a:xfrm>
        </p:spPr>
        <p:txBody>
          <a:bodyPr rtlCol="0" anchor="t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500" b="1" spc="150" baseline="0"/>
            </a:lvl1pPr>
          </a:lstStyle>
          <a:p>
            <a:pPr rtl="0"/>
            <a:r>
              <a:rPr lang="nb-NO" noProof="0"/>
              <a:t> Klikk for å legge til tekst</a:t>
            </a:r>
          </a:p>
        </p:txBody>
      </p:sp>
      <p:sp>
        <p:nvSpPr>
          <p:cNvPr id="13" name="Plassholder for bunntekst 14">
            <a:extLst>
              <a:ext uri="{FF2B5EF4-FFF2-40B4-BE49-F238E27FC236}">
                <a16:creationId xmlns:a16="http://schemas.microsoft.com/office/drawing/2014/main" id="{8D02CE16-361C-4C84-A178-402C2D4A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nb-NO" noProof="0"/>
              <a:t>Presentasjonstittel</a:t>
            </a:r>
          </a:p>
        </p:txBody>
      </p:sp>
      <p:sp>
        <p:nvSpPr>
          <p:cNvPr id="14" name="Plassholder for dato 13">
            <a:extLst>
              <a:ext uri="{FF2B5EF4-FFF2-40B4-BE49-F238E27FC236}">
                <a16:creationId xmlns:a16="http://schemas.microsoft.com/office/drawing/2014/main" id="{42B21E92-5123-45B3-999F-EA0512A2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nb-NO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5" name="Plassholder for lysbildenummer 15">
            <a:extLst>
              <a:ext uri="{FF2B5EF4-FFF2-40B4-BE49-F238E27FC236}">
                <a16:creationId xmlns:a16="http://schemas.microsoft.com/office/drawing/2014/main" id="{F5EF3406-552A-4C2E-A1B4-D3EAD5D1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224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nhold 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7B9BB029-1123-4E6E-8996-6F9666150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14399"/>
            <a:ext cx="12192000" cy="5305425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992AA1BD-C769-474A-A258-6051FAAB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0" name="Tittel 1">
            <a:extLst>
              <a:ext uri="{FF2B5EF4-FFF2-40B4-BE49-F238E27FC236}">
                <a16:creationId xmlns:a16="http://schemas.microsoft.com/office/drawing/2014/main" id="{EC21E751-E5D0-431E-BDB3-E8D22FCF7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lnSpc>
                <a:spcPct val="120000"/>
              </a:lnSpc>
            </a:pPr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19" name="Plassholder for innhold 2">
            <a:extLst>
              <a:ext uri="{FF2B5EF4-FFF2-40B4-BE49-F238E27FC236}">
                <a16:creationId xmlns:a16="http://schemas.microsoft.com/office/drawing/2014/main" id="{1307227E-0323-4608-B721-487D3010A5D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8935" y="1472055"/>
            <a:ext cx="3519028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nb-NO" noProof="0"/>
              <a:t>Klikk for å legge til undertittel</a:t>
            </a:r>
          </a:p>
        </p:txBody>
      </p:sp>
      <p:sp>
        <p:nvSpPr>
          <p:cNvPr id="18" name="Plassholder for innhold 2">
            <a:extLst>
              <a:ext uri="{FF2B5EF4-FFF2-40B4-BE49-F238E27FC236}">
                <a16:creationId xmlns:a16="http://schemas.microsoft.com/office/drawing/2014/main" id="{1A073925-D167-4366-8AF4-3DBCD83A89D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8935" y="2057605"/>
            <a:ext cx="3519028" cy="3885996"/>
          </a:xfrm>
        </p:spPr>
        <p:txBody>
          <a:bodyPr rtlCol="0" anchor="t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500" b="1" spc="150" baseline="0"/>
            </a:lvl1pPr>
          </a:lstStyle>
          <a:p>
            <a:pPr rtl="0"/>
            <a:r>
              <a:rPr lang="nb-NO" noProof="0"/>
              <a:t> Klikk for å legge til tekst</a:t>
            </a:r>
          </a:p>
        </p:txBody>
      </p:sp>
      <p:sp>
        <p:nvSpPr>
          <p:cNvPr id="23" name="Plassholder for innhold 2">
            <a:extLst>
              <a:ext uri="{FF2B5EF4-FFF2-40B4-BE49-F238E27FC236}">
                <a16:creationId xmlns:a16="http://schemas.microsoft.com/office/drawing/2014/main" id="{9A778932-CE6D-42D3-9C40-80AD4D7F467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336486" y="1466406"/>
            <a:ext cx="3519028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nb-NO" noProof="0"/>
              <a:t>Klikk for å legge til undertittel</a:t>
            </a:r>
          </a:p>
        </p:txBody>
      </p:sp>
      <p:sp>
        <p:nvSpPr>
          <p:cNvPr id="22" name="Plassholder for innhold 2">
            <a:extLst>
              <a:ext uri="{FF2B5EF4-FFF2-40B4-BE49-F238E27FC236}">
                <a16:creationId xmlns:a16="http://schemas.microsoft.com/office/drawing/2014/main" id="{2FCF78AB-4697-4170-B73C-39E8D202A8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336486" y="2057605"/>
            <a:ext cx="3519028" cy="3885996"/>
          </a:xfrm>
        </p:spPr>
        <p:txBody>
          <a:bodyPr rtlCol="0" anchor="t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500" b="1" spc="150" baseline="0"/>
            </a:lvl1pPr>
          </a:lstStyle>
          <a:p>
            <a:pPr rtl="0"/>
            <a:r>
              <a:rPr lang="nb-NO" noProof="0"/>
              <a:t> Klikk for å legge til tekst</a:t>
            </a:r>
          </a:p>
        </p:txBody>
      </p:sp>
      <p:sp>
        <p:nvSpPr>
          <p:cNvPr id="21" name="Plassholder for innhold 2">
            <a:extLst>
              <a:ext uri="{FF2B5EF4-FFF2-40B4-BE49-F238E27FC236}">
                <a16:creationId xmlns:a16="http://schemas.microsoft.com/office/drawing/2014/main" id="{5BBD3120-B5E0-433B-BB1E-BCEFD93EEE5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024037" y="1472055"/>
            <a:ext cx="3519028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nb-NO" noProof="0"/>
              <a:t>Klikk for å legge til undertittel</a:t>
            </a:r>
          </a:p>
        </p:txBody>
      </p:sp>
      <p:sp>
        <p:nvSpPr>
          <p:cNvPr id="20" name="Plassholder for innhold 2">
            <a:extLst>
              <a:ext uri="{FF2B5EF4-FFF2-40B4-BE49-F238E27FC236}">
                <a16:creationId xmlns:a16="http://schemas.microsoft.com/office/drawing/2014/main" id="{E8EBEB77-9309-408B-BF35-68D07856A90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024037" y="2057605"/>
            <a:ext cx="3519028" cy="3885996"/>
          </a:xfrm>
        </p:spPr>
        <p:txBody>
          <a:bodyPr rtlCol="0" anchor="t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500" b="1" spc="150" baseline="0"/>
            </a:lvl1pPr>
          </a:lstStyle>
          <a:p>
            <a:pPr rtl="0"/>
            <a:r>
              <a:rPr lang="nb-NO" noProof="0"/>
              <a:t> Klikk for å legge til tekst</a:t>
            </a:r>
          </a:p>
        </p:txBody>
      </p:sp>
      <p:sp>
        <p:nvSpPr>
          <p:cNvPr id="11" name="Plassholder for bunntekst 14">
            <a:extLst>
              <a:ext uri="{FF2B5EF4-FFF2-40B4-BE49-F238E27FC236}">
                <a16:creationId xmlns:a16="http://schemas.microsoft.com/office/drawing/2014/main" id="{7B260FE5-7B07-4149-85C7-9CD9D4E7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nb-NO" noProof="0"/>
              <a:t>Presentasjonstittel</a:t>
            </a:r>
          </a:p>
        </p:txBody>
      </p:sp>
      <p:sp>
        <p:nvSpPr>
          <p:cNvPr id="12" name="Plassholder for dato 13">
            <a:extLst>
              <a:ext uri="{FF2B5EF4-FFF2-40B4-BE49-F238E27FC236}">
                <a16:creationId xmlns:a16="http://schemas.microsoft.com/office/drawing/2014/main" id="{217A5FBA-27B4-461A-BE9C-34E1390DE8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nb-NO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13" name="Plassholder for lysbildenummer 15">
            <a:extLst>
              <a:ext uri="{FF2B5EF4-FFF2-40B4-BE49-F238E27FC236}">
                <a16:creationId xmlns:a16="http://schemas.microsoft.com/office/drawing/2014/main" id="{DDC42D1B-76B7-44EC-B6FD-6D0C6565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EFF4B-E35B-4DE6-97A9-05E54E649A15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529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mmendr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50CCEB0E-12E7-488A-A219-2ABDE6870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10" name="Tittel 1">
            <a:extLst>
              <a:ext uri="{FF2B5EF4-FFF2-40B4-BE49-F238E27FC236}">
                <a16:creationId xmlns:a16="http://schemas.microsoft.com/office/drawing/2014/main" id="{F67202C9-94B9-46C7-8ADD-2C7E6DE6E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32" y="278342"/>
            <a:ext cx="7777823" cy="986304"/>
          </a:xfrm>
          <a:solidFill>
            <a:schemeClr val="bg2">
              <a:lumMod val="75000"/>
            </a:schemeClr>
          </a:solidFill>
        </p:spPr>
        <p:txBody>
          <a:bodyPr tIns="274320" rtlCol="0"/>
          <a:lstStyle>
            <a:lvl1pPr marL="274320">
              <a:defRPr/>
            </a:lvl1pPr>
          </a:lstStyle>
          <a:p>
            <a:pPr rtl="0"/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11" name="Plassholder for innhold 2">
            <a:extLst>
              <a:ext uri="{FF2B5EF4-FFF2-40B4-BE49-F238E27FC236}">
                <a16:creationId xmlns:a16="http://schemas.microsoft.com/office/drawing/2014/main" id="{85EAC607-595F-4F95-88EB-0BEA170D4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12" y="1653479"/>
            <a:ext cx="6291107" cy="453734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lassholder for bunntekst 5">
            <a:extLst>
              <a:ext uri="{FF2B5EF4-FFF2-40B4-BE49-F238E27FC236}">
                <a16:creationId xmlns:a16="http://schemas.microsoft.com/office/drawing/2014/main" id="{B7789921-321D-4251-A0D9-9708843C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b="0" i="0" u="none" strike="noStrike" kern="1200" cap="none" spc="0" normalizeH="0" noProof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t>Presentasjonstittel</a:t>
            </a:r>
          </a:p>
        </p:txBody>
      </p:sp>
      <p:sp>
        <p:nvSpPr>
          <p:cNvPr id="21" name="Plassholder for bilde 17">
            <a:extLst>
              <a:ext uri="{FF2B5EF4-FFF2-40B4-BE49-F238E27FC236}">
                <a16:creationId xmlns:a16="http://schemas.microsoft.com/office/drawing/2014/main" id="{FCC9F84A-3951-4EFD-AEBD-C6D89E4642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26867" y="0"/>
            <a:ext cx="4665133" cy="2222500"/>
          </a:xfrm>
          <a:custGeom>
            <a:avLst/>
            <a:gdLst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254000 h 2222500"/>
              <a:gd name="connsiteX5" fmla="*/ 0 w 4665133"/>
              <a:gd name="connsiteY5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1270000 h 2222500"/>
              <a:gd name="connsiteX5" fmla="*/ 0 w 4665133"/>
              <a:gd name="connsiteY5" fmla="*/ 254000 h 2222500"/>
              <a:gd name="connsiteX6" fmla="*/ 0 w 4665133"/>
              <a:gd name="connsiteY6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1270000 h 2222500"/>
              <a:gd name="connsiteX5" fmla="*/ 0 w 4665133"/>
              <a:gd name="connsiteY5" fmla="*/ 567267 h 2222500"/>
              <a:gd name="connsiteX6" fmla="*/ 0 w 4665133"/>
              <a:gd name="connsiteY6" fmla="*/ 254000 h 2222500"/>
              <a:gd name="connsiteX7" fmla="*/ 0 w 4665133"/>
              <a:gd name="connsiteY7" fmla="*/ 0 h 2222500"/>
              <a:gd name="connsiteX0" fmla="*/ 8467 w 4673600"/>
              <a:gd name="connsiteY0" fmla="*/ 0 h 2222500"/>
              <a:gd name="connsiteX1" fmla="*/ 4673600 w 4673600"/>
              <a:gd name="connsiteY1" fmla="*/ 0 h 2222500"/>
              <a:gd name="connsiteX2" fmla="*/ 4673600 w 4673600"/>
              <a:gd name="connsiteY2" fmla="*/ 2222500 h 2222500"/>
              <a:gd name="connsiteX3" fmla="*/ 8467 w 4673600"/>
              <a:gd name="connsiteY3" fmla="*/ 2222500 h 2222500"/>
              <a:gd name="connsiteX4" fmla="*/ 8467 w 4673600"/>
              <a:gd name="connsiteY4" fmla="*/ 1270000 h 2222500"/>
              <a:gd name="connsiteX5" fmla="*/ 0 w 4673600"/>
              <a:gd name="connsiteY5" fmla="*/ 973667 h 2222500"/>
              <a:gd name="connsiteX6" fmla="*/ 8467 w 4673600"/>
              <a:gd name="connsiteY6" fmla="*/ 567267 h 2222500"/>
              <a:gd name="connsiteX7" fmla="*/ 8467 w 4673600"/>
              <a:gd name="connsiteY7" fmla="*/ 254000 h 2222500"/>
              <a:gd name="connsiteX8" fmla="*/ 8467 w 4673600"/>
              <a:gd name="connsiteY8" fmla="*/ 0 h 2222500"/>
              <a:gd name="connsiteX0" fmla="*/ 8467 w 4673600"/>
              <a:gd name="connsiteY0" fmla="*/ 0 h 2222500"/>
              <a:gd name="connsiteX1" fmla="*/ 4673600 w 4673600"/>
              <a:gd name="connsiteY1" fmla="*/ 0 h 2222500"/>
              <a:gd name="connsiteX2" fmla="*/ 4673600 w 4673600"/>
              <a:gd name="connsiteY2" fmla="*/ 2222500 h 2222500"/>
              <a:gd name="connsiteX3" fmla="*/ 8467 w 4673600"/>
              <a:gd name="connsiteY3" fmla="*/ 2222500 h 2222500"/>
              <a:gd name="connsiteX4" fmla="*/ 8467 w 4673600"/>
              <a:gd name="connsiteY4" fmla="*/ 1270000 h 2222500"/>
              <a:gd name="connsiteX5" fmla="*/ 0 w 4673600"/>
              <a:gd name="connsiteY5" fmla="*/ 973667 h 2222500"/>
              <a:gd name="connsiteX6" fmla="*/ 618067 w 4673600"/>
              <a:gd name="connsiteY6" fmla="*/ 270934 h 2222500"/>
              <a:gd name="connsiteX7" fmla="*/ 8467 w 4673600"/>
              <a:gd name="connsiteY7" fmla="*/ 254000 h 2222500"/>
              <a:gd name="connsiteX8" fmla="*/ 8467 w 4673600"/>
              <a:gd name="connsiteY8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1270000 h 2222500"/>
              <a:gd name="connsiteX5" fmla="*/ 601133 w 4665133"/>
              <a:gd name="connsiteY5" fmla="*/ 1261534 h 2222500"/>
              <a:gd name="connsiteX6" fmla="*/ 609600 w 4665133"/>
              <a:gd name="connsiteY6" fmla="*/ 270934 h 2222500"/>
              <a:gd name="connsiteX7" fmla="*/ 0 w 4665133"/>
              <a:gd name="connsiteY7" fmla="*/ 254000 h 2222500"/>
              <a:gd name="connsiteX8" fmla="*/ 0 w 4665133"/>
              <a:gd name="connsiteY8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1261533 h 2222500"/>
              <a:gd name="connsiteX5" fmla="*/ 601133 w 4665133"/>
              <a:gd name="connsiteY5" fmla="*/ 1261534 h 2222500"/>
              <a:gd name="connsiteX6" fmla="*/ 609600 w 4665133"/>
              <a:gd name="connsiteY6" fmla="*/ 270934 h 2222500"/>
              <a:gd name="connsiteX7" fmla="*/ 0 w 4665133"/>
              <a:gd name="connsiteY7" fmla="*/ 254000 h 2222500"/>
              <a:gd name="connsiteX8" fmla="*/ 0 w 4665133"/>
              <a:gd name="connsiteY8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1261533 h 2222500"/>
              <a:gd name="connsiteX5" fmla="*/ 601133 w 4665133"/>
              <a:gd name="connsiteY5" fmla="*/ 1261534 h 2222500"/>
              <a:gd name="connsiteX6" fmla="*/ 609600 w 4665133"/>
              <a:gd name="connsiteY6" fmla="*/ 270934 h 2222500"/>
              <a:gd name="connsiteX7" fmla="*/ 8467 w 4665133"/>
              <a:gd name="connsiteY7" fmla="*/ 287866 h 2222500"/>
              <a:gd name="connsiteX8" fmla="*/ 0 w 4665133"/>
              <a:gd name="connsiteY8" fmla="*/ 0 h 2222500"/>
              <a:gd name="connsiteX0" fmla="*/ 0 w 4665133"/>
              <a:gd name="connsiteY0" fmla="*/ 0 h 2222500"/>
              <a:gd name="connsiteX1" fmla="*/ 4665133 w 4665133"/>
              <a:gd name="connsiteY1" fmla="*/ 0 h 2222500"/>
              <a:gd name="connsiteX2" fmla="*/ 4665133 w 4665133"/>
              <a:gd name="connsiteY2" fmla="*/ 2222500 h 2222500"/>
              <a:gd name="connsiteX3" fmla="*/ 0 w 4665133"/>
              <a:gd name="connsiteY3" fmla="*/ 2222500 h 2222500"/>
              <a:gd name="connsiteX4" fmla="*/ 0 w 4665133"/>
              <a:gd name="connsiteY4" fmla="*/ 1261533 h 2222500"/>
              <a:gd name="connsiteX5" fmla="*/ 601133 w 4665133"/>
              <a:gd name="connsiteY5" fmla="*/ 1261534 h 2222500"/>
              <a:gd name="connsiteX6" fmla="*/ 609600 w 4665133"/>
              <a:gd name="connsiteY6" fmla="*/ 270934 h 2222500"/>
              <a:gd name="connsiteX7" fmla="*/ 8467 w 4665133"/>
              <a:gd name="connsiteY7" fmla="*/ 262466 h 2222500"/>
              <a:gd name="connsiteX8" fmla="*/ 0 w 4665133"/>
              <a:gd name="connsiteY8" fmla="*/ 0 h 222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5133" h="2222500">
                <a:moveTo>
                  <a:pt x="0" y="0"/>
                </a:moveTo>
                <a:lnTo>
                  <a:pt x="4665133" y="0"/>
                </a:lnTo>
                <a:lnTo>
                  <a:pt x="4665133" y="2222500"/>
                </a:lnTo>
                <a:lnTo>
                  <a:pt x="0" y="2222500"/>
                </a:lnTo>
                <a:lnTo>
                  <a:pt x="0" y="1261533"/>
                </a:lnTo>
                <a:lnTo>
                  <a:pt x="601133" y="1261534"/>
                </a:lnTo>
                <a:cubicBezTo>
                  <a:pt x="603955" y="931334"/>
                  <a:pt x="606778" y="601134"/>
                  <a:pt x="609600" y="270934"/>
                </a:cubicBezTo>
                <a:lnTo>
                  <a:pt x="8467" y="262466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22" name="Plassholder for bilde 17">
            <a:extLst>
              <a:ext uri="{FF2B5EF4-FFF2-40B4-BE49-F238E27FC236}">
                <a16:creationId xmlns:a16="http://schemas.microsoft.com/office/drawing/2014/main" id="{DF6EB92D-D010-4A13-93AD-A27A90A4830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34656" y="2316047"/>
            <a:ext cx="4657725" cy="22225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23" name="Plassholder for bilde 17">
            <a:extLst>
              <a:ext uri="{FF2B5EF4-FFF2-40B4-BE49-F238E27FC236}">
                <a16:creationId xmlns:a16="http://schemas.microsoft.com/office/drawing/2014/main" id="{20568266-00E0-4C81-A71A-DCF9538410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35939" y="4634050"/>
            <a:ext cx="4657725" cy="22225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15" name="Plassholder for dato 3">
            <a:extLst>
              <a:ext uri="{FF2B5EF4-FFF2-40B4-BE49-F238E27FC236}">
                <a16:creationId xmlns:a16="http://schemas.microsoft.com/office/drawing/2014/main" id="{4563FE3F-4195-477A-9AB3-F44871CE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nb-NO" noProof="0"/>
              <a:t>20XX</a:t>
            </a:r>
          </a:p>
        </p:txBody>
      </p:sp>
      <p:sp>
        <p:nvSpPr>
          <p:cNvPr id="16" name="Plassholder for lysbildenummer 7">
            <a:extLst>
              <a:ext uri="{FF2B5EF4-FFF2-40B4-BE49-F238E27FC236}">
                <a16:creationId xmlns:a16="http://schemas.microsoft.com/office/drawing/2014/main" id="{FF3A4E9C-6CC0-4587-BF21-5EC4C13DD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20EFF4B-E35B-4DE6-97A9-05E54E649A15}" type="slidenum">
              <a:rPr lang="nb-NO" noProof="0" smtClean="0"/>
              <a:pPr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3570728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ktangel 22">
            <a:extLst>
              <a:ext uri="{FF2B5EF4-FFF2-40B4-BE49-F238E27FC236}">
                <a16:creationId xmlns:a16="http://schemas.microsoft.com/office/drawing/2014/main" id="{82907218-B50F-49FD-AD54-AB4516C4A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9000"/>
            <a:ext cx="12192000" cy="2802362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FC9376FF-CCF9-409D-9C56-0478207D1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187" y="3429000"/>
            <a:ext cx="10663626" cy="224872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25" name="Tittel 1">
            <a:extLst>
              <a:ext uri="{FF2B5EF4-FFF2-40B4-BE49-F238E27FC236}">
                <a16:creationId xmlns:a16="http://schemas.microsoft.com/office/drawing/2014/main" id="{100F12B7-72C7-4FE1-ACC5-E25F1F670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59" y="3637127"/>
            <a:ext cx="10065679" cy="1493765"/>
          </a:xfrm>
        </p:spPr>
        <p:txBody>
          <a:bodyPr rtlCol="0" anchor="b">
            <a:normAutofit/>
          </a:bodyPr>
          <a:lstStyle>
            <a:lvl1pPr>
              <a:defRPr sz="5400"/>
            </a:lvl1pPr>
          </a:lstStyle>
          <a:p>
            <a:pPr rtl="0"/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26" name="Undertittel 2">
            <a:extLst>
              <a:ext uri="{FF2B5EF4-FFF2-40B4-BE49-F238E27FC236}">
                <a16:creationId xmlns:a16="http://schemas.microsoft.com/office/drawing/2014/main" id="{25F1DA91-F20A-4A08-93BE-9F98E06C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3836" y="5023536"/>
            <a:ext cx="10065679" cy="569873"/>
          </a:xfrm>
        </p:spPr>
        <p:txBody>
          <a:bodyPr rtlCol="0">
            <a:normAutofit/>
          </a:bodyPr>
          <a:lstStyle>
            <a:lvl1pPr>
              <a:defRPr b="0" cap="all" spc="600" baseline="0"/>
            </a:lvl1pPr>
          </a:lstStyle>
          <a:p>
            <a:pPr rtl="0">
              <a:lnSpc>
                <a:spcPct val="120000"/>
              </a:lnSpc>
            </a:pPr>
            <a:r>
              <a:rPr lang="en-US" sz="2000" noProof="0"/>
              <a:t>Click to edit Master subtitle style</a:t>
            </a:r>
            <a:endParaRPr lang="nb-NO" sz="2000" noProof="0"/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83A878EE-90F1-4A49-B6BE-AE85B98C9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3424" y="5677726"/>
            <a:ext cx="10661904" cy="1645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  <p:sp>
        <p:nvSpPr>
          <p:cNvPr id="40" name="Plassholder for bilde 31">
            <a:extLst>
              <a:ext uri="{FF2B5EF4-FFF2-40B4-BE49-F238E27FC236}">
                <a16:creationId xmlns:a16="http://schemas.microsoft.com/office/drawing/2014/main" id="{AD3270F6-1E4E-4411-8D4E-828E3720DCB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588" y="642938"/>
            <a:ext cx="2449512" cy="24765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41" name="Plassholder for bilde 31">
            <a:extLst>
              <a:ext uri="{FF2B5EF4-FFF2-40B4-BE49-F238E27FC236}">
                <a16:creationId xmlns:a16="http://schemas.microsoft.com/office/drawing/2014/main" id="{EABF929F-94D1-4759-B7F8-13A234DA34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02338" y="643636"/>
            <a:ext cx="2449512" cy="24765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43" name="Plassholder for bilde 31">
            <a:extLst>
              <a:ext uri="{FF2B5EF4-FFF2-40B4-BE49-F238E27FC236}">
                <a16:creationId xmlns:a16="http://schemas.microsoft.com/office/drawing/2014/main" id="{BFF7B305-12DD-40D5-8129-BBA665ACA34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40470" y="643636"/>
            <a:ext cx="2449512" cy="24765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42" name="Plassholder for bilde 31">
            <a:extLst>
              <a:ext uri="{FF2B5EF4-FFF2-40B4-BE49-F238E27FC236}">
                <a16:creationId xmlns:a16="http://schemas.microsoft.com/office/drawing/2014/main" id="{9D7B5BDC-1B7A-4894-9620-E84D2D48F24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978301" y="643636"/>
            <a:ext cx="2449512" cy="24765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nb-NO" noProof="0"/>
              <a:t>Klikk for å legge til bilde</a:t>
            </a:r>
          </a:p>
        </p:txBody>
      </p:sp>
      <p:sp>
        <p:nvSpPr>
          <p:cNvPr id="28" name="Plassholder for bunntekst 7">
            <a:extLst>
              <a:ext uri="{FF2B5EF4-FFF2-40B4-BE49-F238E27FC236}">
                <a16:creationId xmlns:a16="http://schemas.microsoft.com/office/drawing/2014/main" id="{4E2B39E4-0727-4A5A-BC57-AA9E8DE0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b="0" i="0" u="none" strike="noStrike" kern="1200" cap="none" spc="0" normalizeH="0" noProof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t>Presentasjonstittel</a:t>
            </a:r>
          </a:p>
        </p:txBody>
      </p:sp>
      <p:sp>
        <p:nvSpPr>
          <p:cNvPr id="29" name="Plassholder for dato 5">
            <a:extLst>
              <a:ext uri="{FF2B5EF4-FFF2-40B4-BE49-F238E27FC236}">
                <a16:creationId xmlns:a16="http://schemas.microsoft.com/office/drawing/2014/main" id="{6E0AA390-7F09-4587-8C95-FD7A9C78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rtl="0">
              <a:defRPr/>
            </a:pPr>
            <a:r>
              <a:rPr lang="nb-NO" noProof="0">
                <a:solidFill>
                  <a:srgbClr val="232323">
                    <a:lumMod val="90000"/>
                    <a:lumOff val="10000"/>
                  </a:srgbClr>
                </a:solidFill>
              </a:rPr>
              <a:t>20XX</a:t>
            </a:r>
          </a:p>
        </p:txBody>
      </p:sp>
      <p:sp>
        <p:nvSpPr>
          <p:cNvPr id="30" name="Plassholder for lysbildenummer 8">
            <a:extLst>
              <a:ext uri="{FF2B5EF4-FFF2-40B4-BE49-F238E27FC236}">
                <a16:creationId xmlns:a16="http://schemas.microsoft.com/office/drawing/2014/main" id="{02FAE9E6-8F24-4563-93BC-C0A14B8D4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6B81F-97CD-4934-852B-F0AECFD05DB5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232323">
                    <a:lumMod val="90000"/>
                    <a:lumOff val="10000"/>
                  </a:srgbClr>
                </a:solidFill>
                <a:effectLst/>
                <a:uLnTx/>
                <a:uFillTx/>
                <a:latin typeface="Meiryo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srgbClr val="232323">
                  <a:lumMod val="90000"/>
                  <a:lumOff val="10000"/>
                </a:srgbClr>
              </a:solidFill>
              <a:effectLst/>
              <a:uLnTx/>
              <a:uFillTx/>
              <a:latin typeface="Meiryo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676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FAE79F0E-E6F3-4029-A461-CBE56588470B}"/>
              </a:ext>
            </a:extLst>
          </p:cNvPr>
          <p:cNvSpPr/>
          <p:nvPr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b-NO" noProof="0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FD5D58A2-1B1F-4DF4-936E-885ECC73E6F0}"/>
              </a:ext>
            </a:extLst>
          </p:cNvPr>
          <p:cNvSpPr/>
          <p:nvPr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rtl="0"/>
            <a:endParaRPr lang="nb-NO" sz="2400" b="1" noProof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2DD9B9AA-BDD3-49A4-84E0-99DC3EF1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rtl="0"/>
            <a:r>
              <a:rPr lang="nb-NO" noProof="0"/>
              <a:t>Klikk for å redigere tittelstil i malen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2EB1D57-5959-4202-BB86-AFBA794FA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2" y="1639615"/>
            <a:ext cx="10904435" cy="4537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nb-NO" noProof="0"/>
              <a:t>Klikk for å redigere tekststiler i malen</a:t>
            </a:r>
          </a:p>
          <a:p>
            <a:pPr lvl="1" rtl="0"/>
            <a:r>
              <a:rPr lang="nb-NO" noProof="0"/>
              <a:t>Andre nivå</a:t>
            </a:r>
          </a:p>
          <a:p>
            <a:pPr lvl="2" rtl="0"/>
            <a:r>
              <a:rPr lang="nb-NO" noProof="0"/>
              <a:t>Tredje nivå</a:t>
            </a:r>
          </a:p>
          <a:p>
            <a:pPr lvl="3" rtl="0"/>
            <a:r>
              <a:rPr lang="nb-NO" noProof="0"/>
              <a:t>Fjerde nivå</a:t>
            </a:r>
          </a:p>
          <a:p>
            <a:pPr lvl="4" rtl="0"/>
            <a:r>
              <a:rPr lang="nb-NO" noProof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6B0E3D2-19DD-4BA8-81DE-A095DB31E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r>
              <a:rPr lang="nb-NO" noProof="0"/>
              <a:t>20XX</a:t>
            </a:r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4962D90-3DF7-4BB4-808C-F89E35410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r>
              <a:rPr lang="nb-NO" noProof="0"/>
              <a:t>Presentasjonstittel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276974-1464-4D58-B215-633005776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E20EFF4B-E35B-4DE6-97A9-05E54E649A15}" type="slidenum">
              <a:rPr lang="nb-NO" noProof="0" smtClean="0"/>
              <a:pPr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3461380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3" r:id="rId12"/>
    <p:sldLayoutId id="2147483722" r:id="rId13"/>
  </p:sldLayoutIdLst>
  <p:hf hdr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2400" b="1" kern="1200" spc="150" baseline="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500"/>
        </a:spcBef>
        <a:buClr>
          <a:schemeClr val="accent2"/>
        </a:buClr>
        <a:buFontTx/>
        <a:buNone/>
        <a:defRPr sz="1500" b="1" kern="1200" spc="15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Tx/>
        <a:buNone/>
        <a:defRPr sz="1500" kern="1200" spc="15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Tx/>
        <a:buNone/>
        <a:defRPr sz="1400" kern="1200" spc="15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Tx/>
        <a:buNone/>
        <a:defRPr sz="1400" kern="1200" spc="15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Tx/>
        <a:buNone/>
        <a:defRPr sz="1400" kern="1200" spc="1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tel 16">
            <a:extLst>
              <a:ext uri="{FF2B5EF4-FFF2-40B4-BE49-F238E27FC236}">
                <a16:creationId xmlns:a16="http://schemas.microsoft.com/office/drawing/2014/main" id="{C76C4BB5-0EB6-4B98-B1D7-2E19EA16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808" y="1758950"/>
            <a:ext cx="5137112" cy="673405"/>
          </a:xfrm>
        </p:spPr>
        <p:txBody>
          <a:bodyPr rtlCol="0">
            <a:normAutofit fontScale="90000"/>
          </a:bodyPr>
          <a:lstStyle/>
          <a:p>
            <a:pPr rtl="0"/>
            <a:r>
              <a:rPr lang="nb-NO" dirty="0"/>
              <a:t>ProtoXCode</a:t>
            </a:r>
            <a:br>
              <a:rPr lang="nb-NO" dirty="0"/>
            </a:br>
            <a:r>
              <a:rPr lang="nb-NO" dirty="0"/>
              <a:t>Kiosk Rotation Engine</a:t>
            </a:r>
          </a:p>
        </p:txBody>
      </p:sp>
      <p:pic>
        <p:nvPicPr>
          <p:cNvPr id="22" name="Plassholder for bilde 21" descr="Nærbilde av verktøysbelte">
            <a:extLst>
              <a:ext uri="{FF2B5EF4-FFF2-40B4-BE49-F238E27FC236}">
                <a16:creationId xmlns:a16="http://schemas.microsoft.com/office/drawing/2014/main" id="{82BCEDAE-8874-4577-B951-45EFC78F53C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9412" y="663792"/>
            <a:ext cx="4814887" cy="2667000"/>
          </a:xfrm>
        </p:spPr>
      </p:pic>
      <p:pic>
        <p:nvPicPr>
          <p:cNvPr id="24" name="Plassholder for bilde 23" descr="Et bilde som inneholder en person med vernehjelm">
            <a:extLst>
              <a:ext uri="{FF2B5EF4-FFF2-40B4-BE49-F238E27FC236}">
                <a16:creationId xmlns:a16="http://schemas.microsoft.com/office/drawing/2014/main" id="{C53AA002-1448-49B2-99CA-CD5F197B378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9412" y="3631470"/>
            <a:ext cx="4814887" cy="2562738"/>
          </a:xfrm>
        </p:spPr>
      </p:pic>
      <p:sp>
        <p:nvSpPr>
          <p:cNvPr id="18" name="Plassholder for innhold 17">
            <a:extLst>
              <a:ext uri="{FF2B5EF4-FFF2-40B4-BE49-F238E27FC236}">
                <a16:creationId xmlns:a16="http://schemas.microsoft.com/office/drawing/2014/main" id="{2DEB60A9-E83F-4E10-810D-81BD3D66CD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82241" y="2365374"/>
            <a:ext cx="5136671" cy="2635251"/>
          </a:xfrm>
        </p:spPr>
        <p:txBody>
          <a:bodyPr rtlCol="0">
            <a:normAutofit/>
          </a:bodyPr>
          <a:lstStyle/>
          <a:p>
            <a:pPr rtl="0"/>
            <a:br>
              <a:rPr lang="nb-NO" dirty="0"/>
            </a:br>
            <a:r>
              <a:rPr lang="nb-NO" dirty="0"/>
              <a:t>Converting .pptx files into a temporary PDF file using LibreOffice before the PDF renderer process it further into an image and adds a timer based upon the text content.</a:t>
            </a:r>
          </a:p>
        </p:txBody>
      </p:sp>
      <p:sp>
        <p:nvSpPr>
          <p:cNvPr id="7" name="Plassholder for bunntekst 6">
            <a:extLst>
              <a:ext uri="{FF2B5EF4-FFF2-40B4-BE49-F238E27FC236}">
                <a16:creationId xmlns:a16="http://schemas.microsoft.com/office/drawing/2014/main" id="{F7CA00DF-9757-4075-AC5C-3247AD04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/>
          <a:p>
            <a:pPr lvl="0" rtl="0"/>
            <a:r>
              <a:rPr lang="nb-NO" dirty="0"/>
              <a:t>ProtoXCode – Kiosk Rotation Engine</a:t>
            </a:r>
          </a:p>
        </p:txBody>
      </p:sp>
      <p:sp>
        <p:nvSpPr>
          <p:cNvPr id="8" name="Plassholder for dato 7">
            <a:extLst>
              <a:ext uri="{FF2B5EF4-FFF2-40B4-BE49-F238E27FC236}">
                <a16:creationId xmlns:a16="http://schemas.microsoft.com/office/drawing/2014/main" id="{CFFF545E-D338-42DA-BE98-EA76D3A29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lvl="0" rtl="0"/>
            <a:r>
              <a:rPr lang="nb-NO" dirty="0"/>
              <a:t>2026</a:t>
            </a:r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FE95A6B2-5B5B-4D30-8E2E-0DA6CA78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lvl="0" rtl="0"/>
            <a:fld id="{E20EFF4B-E35B-4DE6-97A9-05E54E649A15}" type="slidenum">
              <a:rPr lang="nb-NO" smtClean="0"/>
              <a:pPr lvl="0" rtl="0"/>
              <a:t>1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55857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CFFB8AAD-42F2-4027-ACDF-AADA9E7D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</p:spPr>
        <p:txBody>
          <a:bodyPr rtlCol="0"/>
          <a:lstStyle/>
          <a:p>
            <a:pPr rtl="0"/>
            <a:r>
              <a:rPr lang="nb-NO"/>
              <a:t>More info about </a:t>
            </a:r>
            <a:r>
              <a:rPr lang="nb-NO" dirty="0"/>
              <a:t>the supported formats</a:t>
            </a:r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00E14CF9-3C0D-4C5A-B8BB-A03C9F45E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413" y="6356350"/>
            <a:ext cx="6291108" cy="365125"/>
          </a:xfrm>
        </p:spPr>
        <p:txBody>
          <a:bodyPr rtlCol="0"/>
          <a:lstStyle/>
          <a:p>
            <a:pPr lvl="0" rtl="0"/>
            <a:r>
              <a:rPr lang="nb-NO" dirty="0"/>
              <a:t>ProtoXCode – Kiosk Rotation Engine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4F6E54A-81E9-41EA-896B-DEE2601B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5738" y="6356350"/>
            <a:ext cx="3033829" cy="365125"/>
          </a:xfrm>
        </p:spPr>
        <p:txBody>
          <a:bodyPr rtlCol="0"/>
          <a:lstStyle/>
          <a:p>
            <a:pPr lvl="0" rtl="0"/>
            <a:r>
              <a:rPr lang="nb-NO" dirty="0"/>
              <a:t>2026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508C8192-9F12-4FD1-9EDC-B357E8ED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939" y="6356350"/>
            <a:ext cx="844649" cy="365125"/>
          </a:xfrm>
        </p:spPr>
        <p:txBody>
          <a:bodyPr rtlCol="0"/>
          <a:lstStyle/>
          <a:p>
            <a:pPr lvl="0" rtl="0"/>
            <a:fld id="{E20EFF4B-E35B-4DE6-97A9-05E54E649A15}" type="slidenum">
              <a:rPr lang="nb-NO" smtClean="0"/>
              <a:pPr lvl="0" rtl="0"/>
              <a:t>2</a:t>
            </a:fld>
            <a:endParaRPr lang="nb-NO" dirty="0"/>
          </a:p>
        </p:txBody>
      </p:sp>
      <p:graphicFrame>
        <p:nvGraphicFramePr>
          <p:cNvPr id="24" name="Plassholder for innhold 4">
            <a:extLst>
              <a:ext uri="{FF2B5EF4-FFF2-40B4-BE49-F238E27FC236}">
                <a16:creationId xmlns:a16="http://schemas.microsoft.com/office/drawing/2014/main" id="{5577545F-F8B8-4B15-A935-C7074CB50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915305590"/>
              </p:ext>
            </p:extLst>
          </p:nvPr>
        </p:nvGraphicFramePr>
        <p:xfrm>
          <a:off x="838200" y="1619250"/>
          <a:ext cx="10515600" cy="4848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3540545"/>
      </p:ext>
    </p:extLst>
  </p:cSld>
  <p:clrMapOvr>
    <a:masterClrMapping/>
  </p:clrMapOvr>
</p:sld>
</file>

<file path=ppt/theme/theme1.xml><?xml version="1.0" encoding="utf-8"?>
<a:theme xmlns:a="http://schemas.openxmlformats.org/drawingml/2006/main" name="MeiryoVTI">
  <a:themeElements>
    <a:clrScheme name="Meiryo">
      <a:dk1>
        <a:srgbClr val="232323"/>
      </a:dk1>
      <a:lt1>
        <a:srgbClr val="FFFFFF"/>
      </a:lt1>
      <a:dk2>
        <a:srgbClr val="231B23"/>
      </a:dk2>
      <a:lt2>
        <a:srgbClr val="FCF5E5"/>
      </a:lt2>
      <a:accent1>
        <a:srgbClr val="FDA431"/>
      </a:accent1>
      <a:accent2>
        <a:srgbClr val="4DA1A8"/>
      </a:accent2>
      <a:accent3>
        <a:srgbClr val="B9D587"/>
      </a:accent3>
      <a:accent4>
        <a:srgbClr val="E8BD32"/>
      </a:accent4>
      <a:accent5>
        <a:srgbClr val="809EC2"/>
      </a:accent5>
      <a:accent6>
        <a:srgbClr val="E3ADB6"/>
      </a:accent6>
      <a:hlink>
        <a:srgbClr val="34ADB6"/>
      </a:hlink>
      <a:folHlink>
        <a:srgbClr val="B2B2B2"/>
      </a:folHlink>
    </a:clrScheme>
    <a:fontScheme name="Meiryo UI">
      <a:majorFont>
        <a:latin typeface="Meiryo UI"/>
        <a:ea typeface=""/>
        <a:cs typeface=""/>
      </a:majorFont>
      <a:minorFont>
        <a:latin typeface="Meiryo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2848389_TF22749116_Win32" id="{F2A7F827-71CE-47ED-9BBC-EC5543F655A2}" vid="{3A110B8A-2AF4-4CA7-9CBC-7C5EA69D56E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389B4F5-D858-4228-A1A8-F9C09A238B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F5A4AD-A372-48FB-978B-A62EF04BB6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4605F9-2AA0-4698-BBDB-0F81CCABFD7B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Meriyo-utforming</Template>
  <TotalTime>13</TotalTime>
  <Words>174</Words>
  <Application>Microsoft Office PowerPoint</Application>
  <PresentationFormat>Widescreen</PresentationFormat>
  <Paragraphs>21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Meiryo</vt:lpstr>
      <vt:lpstr>Meiryo UI</vt:lpstr>
      <vt:lpstr>Arial</vt:lpstr>
      <vt:lpstr>Calibri</vt:lpstr>
      <vt:lpstr>MeiryoVTI</vt:lpstr>
      <vt:lpstr>ProtoXCode Kiosk Rotation Engine</vt:lpstr>
      <vt:lpstr>More info about the supported formats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E Harnes</dc:creator>
  <cp:lastModifiedBy>Tom E Harnes</cp:lastModifiedBy>
  <cp:revision>3</cp:revision>
  <dcterms:created xsi:type="dcterms:W3CDTF">2026-01-17T22:15:04Z</dcterms:created>
  <dcterms:modified xsi:type="dcterms:W3CDTF">2026-01-22T21:51:40Z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